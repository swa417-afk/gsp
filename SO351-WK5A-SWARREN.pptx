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85" r:id="rId5"/>
    <p:sldId id="277" r:id="rId6"/>
    <p:sldId id="261" r:id="rId7"/>
    <p:sldId id="262" r:id="rId8"/>
    <p:sldId id="263" r:id="rId9"/>
    <p:sldId id="286" r:id="rId10"/>
    <p:sldId id="278" r:id="rId11"/>
    <p:sldId id="266" r:id="rId12"/>
    <p:sldId id="275" r:id="rId13"/>
    <p:sldId id="293"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48" userDrawn="1">
          <p15:clr>
            <a:srgbClr val="A4A3A4"/>
          </p15:clr>
        </p15:guide>
        <p15:guide id="2" pos="2664" userDrawn="1">
          <p15:clr>
            <a:srgbClr val="A4A3A4"/>
          </p15:clr>
        </p15:guide>
        <p15:guide id="3" orient="horz" pos="2664" userDrawn="1">
          <p15:clr>
            <a:srgbClr val="A4A3A4"/>
          </p15:clr>
        </p15:guide>
        <p15:guide id="4" orient="horz" pos="32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2152" y="36"/>
      </p:cViewPr>
      <p:guideLst>
        <p:guide orient="horz" pos="3648"/>
        <p:guide pos="2664"/>
        <p:guide orient="horz" pos="2664"/>
        <p:guide orient="horz" pos="3264"/>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D32CE2-6C64-40A5-9DAB-DD3946A432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0569BD-8C5B-4110-9E60-C359DDF561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37E1B8-528F-4D87-8EBD-B843BAE2C861}" type="datetimeFigureOut">
              <a:rPr lang="en-US" smtClean="0"/>
              <a:t>1/7/26</a:t>
            </a:fld>
            <a:endParaRPr lang="en-US" dirty="0"/>
          </a:p>
        </p:txBody>
      </p:sp>
      <p:sp>
        <p:nvSpPr>
          <p:cNvPr id="4" name="Footer Placeholder 3">
            <a:extLst>
              <a:ext uri="{FF2B5EF4-FFF2-40B4-BE49-F238E27FC236}">
                <a16:creationId xmlns:a16="http://schemas.microsoft.com/office/drawing/2014/main" id="{84C05E23-8F29-4628-B4F0-7CBCB7658F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1591933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E576D-777F-42E1-9739-7FD89F404092}" type="datetimeFigureOut">
              <a:rPr lang="en-US" smtClean="0"/>
              <a:t>1/7/26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4F1A11-BB96-443E-B274-982C61AA7E0D}" type="slidenum">
              <a:rPr lang="en-US" smtClean="0"/>
              <a:t>‹#›</a:t>
            </a:fld>
            <a:endParaRPr lang="en-US" dirty="0"/>
          </a:p>
        </p:txBody>
      </p:sp>
    </p:spTree>
    <p:extLst>
      <p:ext uri="{BB962C8B-B14F-4D97-AF65-F5344CB8AC3E}">
        <p14:creationId xmlns:p14="http://schemas.microsoft.com/office/powerpoint/2010/main" val="115289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6C2E115-5267-49A0-A702-59745AC649CC}"/>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p:nvSpPr>
          <p:cNvPr id="21" name="Text Placeholder 8">
            <a:extLst>
              <a:ext uri="{FF2B5EF4-FFF2-40B4-BE49-F238E27FC236}">
                <a16:creationId xmlns:a16="http://schemas.microsoft.com/office/drawing/2014/main" id="{04479580-C1B1-4B70-875C-70152944FD5E}"/>
              </a:ext>
            </a:extLst>
          </p:cNvPr>
          <p:cNvSpPr>
            <a:spLocks noGrp="1"/>
          </p:cNvSpPr>
          <p:nvPr>
            <p:ph type="body" sz="quarter" idx="17" hasCustomPrompt="1"/>
          </p:nvPr>
        </p:nvSpPr>
        <p:spPr>
          <a:xfrm>
            <a:off x="2284355" y="4687178"/>
            <a:ext cx="1598515" cy="1681163"/>
          </a:xfrm>
        </p:spPr>
        <p:txBody>
          <a:bodyPr>
            <a:noAutofit/>
          </a:bodyPr>
          <a:lstStyle>
            <a:lvl1pPr marL="0" indent="0">
              <a:buNone/>
              <a:defRPr sz="15500" b="1">
                <a:solidFill>
                  <a:schemeClr val="tx1"/>
                </a:solidFill>
              </a:defRPr>
            </a:lvl1pPr>
          </a:lstStyle>
          <a:p>
            <a:pPr lvl="0"/>
            <a:r>
              <a:rPr lang="en-US"/>
              <a:t>M</a:t>
            </a:r>
          </a:p>
        </p:txBody>
      </p:sp>
      <p:sp>
        <p:nvSpPr>
          <p:cNvPr id="18" name="Text Placeholder 8">
            <a:extLst>
              <a:ext uri="{FF2B5EF4-FFF2-40B4-BE49-F238E27FC236}">
                <a16:creationId xmlns:a16="http://schemas.microsoft.com/office/drawing/2014/main" id="{1323CA5D-7F88-4E2C-B2E1-D03E010724BC}"/>
              </a:ext>
            </a:extLst>
          </p:cNvPr>
          <p:cNvSpPr>
            <a:spLocks noGrp="1"/>
          </p:cNvSpPr>
          <p:nvPr>
            <p:ph type="body" sz="quarter" idx="15" hasCustomPrompt="1"/>
          </p:nvPr>
        </p:nvSpPr>
        <p:spPr>
          <a:xfrm>
            <a:off x="3440172" y="1726672"/>
            <a:ext cx="1253665" cy="1681163"/>
          </a:xfrm>
        </p:spPr>
        <p:txBody>
          <a:bodyPr>
            <a:noAutofit/>
          </a:bodyPr>
          <a:lstStyle>
            <a:lvl1pPr marL="0" indent="0">
              <a:buNone/>
              <a:defRPr sz="15500" b="1">
                <a:solidFill>
                  <a:schemeClr val="tx1"/>
                </a:solidFill>
              </a:defRPr>
            </a:lvl1pPr>
          </a:lstStyle>
          <a:p>
            <a:pPr lvl="0"/>
            <a:r>
              <a:rPr lang="en-US" dirty="0"/>
              <a:t>T</a:t>
            </a:r>
          </a:p>
        </p:txBody>
      </p:sp>
      <p:sp>
        <p:nvSpPr>
          <p:cNvPr id="9" name="Text Placeholder 8">
            <a:extLst>
              <a:ext uri="{FF2B5EF4-FFF2-40B4-BE49-F238E27FC236}">
                <a16:creationId xmlns:a16="http://schemas.microsoft.com/office/drawing/2014/main" id="{2FDFF095-F8DE-447E-A83F-BD55BD03BEBB}"/>
              </a:ext>
            </a:extLst>
          </p:cNvPr>
          <p:cNvSpPr>
            <a:spLocks noGrp="1"/>
          </p:cNvSpPr>
          <p:nvPr>
            <p:ph type="body" sz="quarter" idx="14" hasCustomPrompt="1"/>
          </p:nvPr>
        </p:nvSpPr>
        <p:spPr>
          <a:xfrm>
            <a:off x="1903189" y="71740"/>
            <a:ext cx="1253665" cy="1681163"/>
          </a:xfrm>
        </p:spPr>
        <p:txBody>
          <a:bodyPr>
            <a:noAutofit/>
          </a:bodyPr>
          <a:lstStyle>
            <a:lvl1pPr marL="0" indent="0">
              <a:buNone/>
              <a:defRPr sz="15500" b="1">
                <a:solidFill>
                  <a:schemeClr val="tx1"/>
                </a:solidFill>
              </a:defRPr>
            </a:lvl1pPr>
          </a:lstStyle>
          <a:p>
            <a:pPr lvl="0"/>
            <a:r>
              <a:rPr lang="en-US"/>
              <a:t>S</a:t>
            </a:r>
          </a:p>
        </p:txBody>
      </p:sp>
      <p:sp>
        <p:nvSpPr>
          <p:cNvPr id="20" name="Text Placeholder 8">
            <a:extLst>
              <a:ext uri="{FF2B5EF4-FFF2-40B4-BE49-F238E27FC236}">
                <a16:creationId xmlns:a16="http://schemas.microsoft.com/office/drawing/2014/main" id="{FA2755C1-A0B6-448A-BE5D-4B492BB7BBE6}"/>
              </a:ext>
            </a:extLst>
          </p:cNvPr>
          <p:cNvSpPr>
            <a:spLocks noGrp="1"/>
          </p:cNvSpPr>
          <p:nvPr>
            <p:ph type="body" sz="quarter" idx="16" hasCustomPrompt="1"/>
          </p:nvPr>
        </p:nvSpPr>
        <p:spPr>
          <a:xfrm>
            <a:off x="629693" y="2858632"/>
            <a:ext cx="1253665" cy="1681163"/>
          </a:xfrm>
        </p:spPr>
        <p:txBody>
          <a:bodyPr>
            <a:noAutofit/>
          </a:bodyPr>
          <a:lstStyle>
            <a:lvl1pPr marL="0" indent="0">
              <a:buNone/>
              <a:defRPr sz="15500" b="1">
                <a:solidFill>
                  <a:schemeClr val="tx1"/>
                </a:solidFill>
              </a:defRPr>
            </a:lvl1pPr>
          </a:lstStyle>
          <a:p>
            <a:pPr lvl="0"/>
            <a:r>
              <a:rPr lang="en-US"/>
              <a:t>E</a:t>
            </a:r>
          </a:p>
        </p:txBody>
      </p:sp>
      <p:sp>
        <p:nvSpPr>
          <p:cNvPr id="2" name="Title 1">
            <a:extLst>
              <a:ext uri="{FF2B5EF4-FFF2-40B4-BE49-F238E27FC236}">
                <a16:creationId xmlns:a16="http://schemas.microsoft.com/office/drawing/2014/main" id="{A87F3357-BDC3-43CE-89C0-05F5AB973376}"/>
              </a:ext>
            </a:extLst>
          </p:cNvPr>
          <p:cNvSpPr>
            <a:spLocks noGrp="1"/>
          </p:cNvSpPr>
          <p:nvPr>
            <p:ph type="ctrTitle" hasCustomPrompt="1"/>
          </p:nvPr>
        </p:nvSpPr>
        <p:spPr>
          <a:xfrm>
            <a:off x="2373216" y="3667946"/>
            <a:ext cx="9285382" cy="1277857"/>
          </a:xfrm>
        </p:spPr>
        <p:txBody>
          <a:bodyPr anchor="ctr"/>
          <a:lstStyle>
            <a:lvl1pPr algn="l">
              <a:defRPr sz="6000" cap="all" baseline="0"/>
            </a:lvl1pPr>
          </a:lstStyle>
          <a:p>
            <a:r>
              <a:rPr lang="en-US" dirty="0"/>
              <a:t>Click to edit title</a:t>
            </a:r>
          </a:p>
        </p:txBody>
      </p:sp>
      <p:sp>
        <p:nvSpPr>
          <p:cNvPr id="3" name="Subtitle 2">
            <a:extLst>
              <a:ext uri="{FF2B5EF4-FFF2-40B4-BE49-F238E27FC236}">
                <a16:creationId xmlns:a16="http://schemas.microsoft.com/office/drawing/2014/main" id="{C0EFD7F6-12F1-44A8-B26F-82773993F165}"/>
              </a:ext>
            </a:extLst>
          </p:cNvPr>
          <p:cNvSpPr>
            <a:spLocks noGrp="1"/>
          </p:cNvSpPr>
          <p:nvPr>
            <p:ph type="subTitle" idx="1" hasCustomPrompt="1"/>
          </p:nvPr>
        </p:nvSpPr>
        <p:spPr>
          <a:xfrm>
            <a:off x="7970418" y="5325276"/>
            <a:ext cx="3677297" cy="682094"/>
          </a:xfrm>
        </p:spPr>
        <p:txBody>
          <a:bodyPr anchor="ct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p>
        </p:txBody>
      </p:sp>
      <p:cxnSp>
        <p:nvCxnSpPr>
          <p:cNvPr id="23" name="Straight Connector 22">
            <a:extLst>
              <a:ext uri="{FF2B5EF4-FFF2-40B4-BE49-F238E27FC236}">
                <a16:creationId xmlns:a16="http://schemas.microsoft.com/office/drawing/2014/main" id="{BE5B50AA-4BAC-4997-B444-E281DECD0DB4}"/>
              </a:ext>
            </a:extLst>
          </p:cNvPr>
          <p:cNvCxnSpPr>
            <a:cxnSpLocks/>
          </p:cNvCxnSpPr>
          <p:nvPr userDrawn="1"/>
        </p:nvCxnSpPr>
        <p:spPr>
          <a:xfrm>
            <a:off x="4579559" y="5744231"/>
            <a:ext cx="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2DEC412-0EF3-4D93-AF25-A2D2F5A5093A}"/>
              </a:ext>
            </a:extLst>
          </p:cNvPr>
          <p:cNvCxnSpPr>
            <a:cxnSpLocks/>
          </p:cNvCxnSpPr>
          <p:nvPr userDrawn="1"/>
        </p:nvCxnSpPr>
        <p:spPr>
          <a:xfrm>
            <a:off x="2536371" y="2017985"/>
            <a:ext cx="0" cy="15343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2836A9-D1F4-4562-B95F-B7BF8F4713B5}"/>
              </a:ext>
            </a:extLst>
          </p:cNvPr>
          <p:cNvCxnSpPr>
            <a:cxnSpLocks/>
          </p:cNvCxnSpPr>
          <p:nvPr userDrawn="1"/>
        </p:nvCxnSpPr>
        <p:spPr>
          <a:xfrm flipH="1">
            <a:off x="4245428" y="5655432"/>
            <a:ext cx="33188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836124"/>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extLst>
    <p:ext uri="{DCECCB84-F9BA-43D5-87BE-67443E8EF086}">
      <p15:sldGuideLst xmlns:p15="http://schemas.microsoft.com/office/powerpoint/2012/main">
        <p15:guide id="1" pos="15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4A9869E4-27A3-4A22-92EA-ECD5099EC492}"/>
              </a:ext>
            </a:extLst>
          </p:cNvPr>
          <p:cNvSpPr/>
          <p:nvPr userDrawn="1"/>
        </p:nvSpPr>
        <p:spPr>
          <a:xfrm>
            <a:off x="6016886" y="0"/>
            <a:ext cx="6175114" cy="6858000"/>
          </a:xfrm>
          <a:custGeom>
            <a:avLst/>
            <a:gdLst>
              <a:gd name="connsiteX0" fmla="*/ 1341004 w 6175114"/>
              <a:gd name="connsiteY0" fmla="*/ 0 h 6858000"/>
              <a:gd name="connsiteX1" fmla="*/ 6175114 w 6175114"/>
              <a:gd name="connsiteY1" fmla="*/ 0 h 6858000"/>
              <a:gd name="connsiteX2" fmla="*/ 6175114 w 6175114"/>
              <a:gd name="connsiteY2" fmla="*/ 1753853 h 6858000"/>
              <a:gd name="connsiteX3" fmla="*/ 5820369 w 6175114"/>
              <a:gd name="connsiteY3" fmla="*/ 2196189 h 6858000"/>
              <a:gd name="connsiteX4" fmla="*/ 3753019 w 6175114"/>
              <a:gd name="connsiteY4" fmla="*/ 1432910 h 6858000"/>
              <a:gd name="connsiteX5" fmla="*/ 2496678 w 6175114"/>
              <a:gd name="connsiteY5" fmla="*/ 2275742 h 6858000"/>
              <a:gd name="connsiteX6" fmla="*/ 4071059 w 6175114"/>
              <a:gd name="connsiteY6" fmla="*/ 3452528 h 6858000"/>
              <a:gd name="connsiteX7" fmla="*/ 5359131 w 6175114"/>
              <a:gd name="connsiteY7" fmla="*/ 3977321 h 6858000"/>
              <a:gd name="connsiteX8" fmla="*/ 6026758 w 6175114"/>
              <a:gd name="connsiteY8" fmla="*/ 4302039 h 6858000"/>
              <a:gd name="connsiteX9" fmla="*/ 6175114 w 6175114"/>
              <a:gd name="connsiteY9" fmla="*/ 4397461 h 6858000"/>
              <a:gd name="connsiteX10" fmla="*/ 6175114 w 6175114"/>
              <a:gd name="connsiteY10" fmla="*/ 6858000 h 6858000"/>
              <a:gd name="connsiteX11" fmla="*/ 4869473 w 6175114"/>
              <a:gd name="connsiteY11" fmla="*/ 6858000 h 6858000"/>
              <a:gd name="connsiteX12" fmla="*/ 4856472 w 6175114"/>
              <a:gd name="connsiteY12" fmla="*/ 6790487 h 6858000"/>
              <a:gd name="connsiteX13" fmla="*/ 3419067 w 6175114"/>
              <a:gd name="connsiteY13" fmla="*/ 5837920 h 6858000"/>
              <a:gd name="connsiteX14" fmla="*/ 2099173 w 6175114"/>
              <a:gd name="connsiteY14" fmla="*/ 5265482 h 6858000"/>
              <a:gd name="connsiteX15" fmla="*/ 0 w 6175114"/>
              <a:gd name="connsiteY15" fmla="*/ 2434764 h 6858000"/>
              <a:gd name="connsiteX16" fmla="*/ 1315163 w 6175114"/>
              <a:gd name="connsiteY16" fmla="*/ 16279 h 6858000"/>
              <a:gd name="connsiteX17" fmla="*/ 1341004 w 6175114"/>
              <a:gd name="connsiteY1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75114" h="6858000">
                <a:moveTo>
                  <a:pt x="1341004" y="0"/>
                </a:moveTo>
                <a:lnTo>
                  <a:pt x="6175114" y="0"/>
                </a:lnTo>
                <a:lnTo>
                  <a:pt x="6175114" y="1753853"/>
                </a:lnTo>
                <a:lnTo>
                  <a:pt x="5820369" y="2196189"/>
                </a:lnTo>
                <a:cubicBezTo>
                  <a:pt x="5120645" y="1703218"/>
                  <a:pt x="4405009" y="1432910"/>
                  <a:pt x="3753019" y="1432910"/>
                </a:cubicBezTo>
                <a:cubicBezTo>
                  <a:pt x="2989739" y="1432910"/>
                  <a:pt x="2496678" y="1735039"/>
                  <a:pt x="2496678" y="2275742"/>
                </a:cubicBezTo>
                <a:cubicBezTo>
                  <a:pt x="2496678" y="2880092"/>
                  <a:pt x="3148671" y="3086756"/>
                  <a:pt x="4071059" y="3452528"/>
                </a:cubicBezTo>
                <a:lnTo>
                  <a:pt x="5359131" y="3977321"/>
                </a:lnTo>
                <a:cubicBezTo>
                  <a:pt x="5600645" y="4072737"/>
                  <a:pt x="5823711" y="4180452"/>
                  <a:pt x="6026758" y="4302039"/>
                </a:cubicBezTo>
                <a:lnTo>
                  <a:pt x="6175114" y="4397461"/>
                </a:lnTo>
                <a:lnTo>
                  <a:pt x="6175114" y="6858000"/>
                </a:lnTo>
                <a:lnTo>
                  <a:pt x="4869473" y="6858000"/>
                </a:lnTo>
                <a:lnTo>
                  <a:pt x="4856472" y="6790487"/>
                </a:lnTo>
                <a:cubicBezTo>
                  <a:pt x="4737539" y="6344090"/>
                  <a:pt x="4212235" y="6157971"/>
                  <a:pt x="3419067" y="5837920"/>
                </a:cubicBezTo>
                <a:lnTo>
                  <a:pt x="2099173" y="5265482"/>
                </a:lnTo>
                <a:cubicBezTo>
                  <a:pt x="1001854" y="4836066"/>
                  <a:pt x="0" y="3929589"/>
                  <a:pt x="0" y="2434764"/>
                </a:cubicBezTo>
                <a:cubicBezTo>
                  <a:pt x="0" y="1459726"/>
                  <a:pt x="493110" y="590353"/>
                  <a:pt x="1315163" y="16279"/>
                </a:cubicBezTo>
                <a:lnTo>
                  <a:pt x="1341004" y="0"/>
                </a:lnTo>
                <a:close/>
              </a:path>
            </a:pathLst>
          </a:cu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83917A6-AC6D-490C-947C-C8BDB0A54B33}"/>
              </a:ext>
            </a:extLst>
          </p:cNvPr>
          <p:cNvSpPr>
            <a:spLocks noGrp="1"/>
          </p:cNvSpPr>
          <p:nvPr>
            <p:ph type="title"/>
          </p:nvPr>
        </p:nvSpPr>
        <p:spPr>
          <a:xfrm>
            <a:off x="1099456" y="3257550"/>
            <a:ext cx="4203247" cy="743744"/>
          </a:xfrm>
        </p:spPr>
        <p:txBody>
          <a:bodyPr lIns="0" anchor="t">
            <a:noAutofit/>
          </a:bodyPr>
          <a:lstStyle>
            <a:lvl1pPr>
              <a:defRPr sz="2800" cap="all" baseline="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99456" y="4238625"/>
            <a:ext cx="4203247" cy="1800225"/>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lvl1pPr>
              <a:defRPr>
                <a:solidFill>
                  <a:schemeClr val="tx1"/>
                </a:solidFill>
              </a:defRPr>
            </a:lvl1pPr>
          </a:lstStyle>
          <a:p>
            <a:fld id="{9FF96520-E4CE-4EAD-8ABF-1D2297D6B3AA}" type="slidenum">
              <a:rPr lang="en-US" smtClean="0"/>
              <a:pPr/>
              <a:t>‹#›</a:t>
            </a:fld>
            <a:endParaRPr lang="en-US" dirty="0"/>
          </a:p>
        </p:txBody>
      </p:sp>
      <p:cxnSp>
        <p:nvCxnSpPr>
          <p:cNvPr id="31" name="Straight Connector 30">
            <a:extLst>
              <a:ext uri="{FF2B5EF4-FFF2-40B4-BE49-F238E27FC236}">
                <a16:creationId xmlns:a16="http://schemas.microsoft.com/office/drawing/2014/main" id="{6BF3408D-E369-4A9E-ABF8-0D643DDD2F9A}"/>
              </a:ext>
            </a:extLst>
          </p:cNvPr>
          <p:cNvCxnSpPr>
            <a:cxnSpLocks/>
          </p:cNvCxnSpPr>
          <p:nvPr userDrawn="1"/>
        </p:nvCxnSpPr>
        <p:spPr>
          <a:xfrm>
            <a:off x="1121228" y="0"/>
            <a:ext cx="0" cy="304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781440"/>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pic 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83479E-F517-4F8A-9382-5B73D75104D3}"/>
              </a:ext>
            </a:extLst>
          </p:cNvPr>
          <p:cNvSpPr>
            <a:spLocks noGrp="1"/>
          </p:cNvSpPr>
          <p:nvPr>
            <p:ph type="pic" sz="quarter" idx="13"/>
          </p:nvPr>
        </p:nvSpPr>
        <p:spPr>
          <a:xfrm>
            <a:off x="6016886" y="0"/>
            <a:ext cx="6175114" cy="6858000"/>
          </a:xfrm>
          <a:custGeom>
            <a:avLst/>
            <a:gdLst>
              <a:gd name="connsiteX0" fmla="*/ 1341004 w 6175114"/>
              <a:gd name="connsiteY0" fmla="*/ 0 h 6858000"/>
              <a:gd name="connsiteX1" fmla="*/ 6175114 w 6175114"/>
              <a:gd name="connsiteY1" fmla="*/ 0 h 6858000"/>
              <a:gd name="connsiteX2" fmla="*/ 6175114 w 6175114"/>
              <a:gd name="connsiteY2" fmla="*/ 1753853 h 6858000"/>
              <a:gd name="connsiteX3" fmla="*/ 5820369 w 6175114"/>
              <a:gd name="connsiteY3" fmla="*/ 2196189 h 6858000"/>
              <a:gd name="connsiteX4" fmla="*/ 3753019 w 6175114"/>
              <a:gd name="connsiteY4" fmla="*/ 1432910 h 6858000"/>
              <a:gd name="connsiteX5" fmla="*/ 2496678 w 6175114"/>
              <a:gd name="connsiteY5" fmla="*/ 2275742 h 6858000"/>
              <a:gd name="connsiteX6" fmla="*/ 4071059 w 6175114"/>
              <a:gd name="connsiteY6" fmla="*/ 3452528 h 6858000"/>
              <a:gd name="connsiteX7" fmla="*/ 5359131 w 6175114"/>
              <a:gd name="connsiteY7" fmla="*/ 3977321 h 6858000"/>
              <a:gd name="connsiteX8" fmla="*/ 6026758 w 6175114"/>
              <a:gd name="connsiteY8" fmla="*/ 4302039 h 6858000"/>
              <a:gd name="connsiteX9" fmla="*/ 6175114 w 6175114"/>
              <a:gd name="connsiteY9" fmla="*/ 4397461 h 6858000"/>
              <a:gd name="connsiteX10" fmla="*/ 6175114 w 6175114"/>
              <a:gd name="connsiteY10" fmla="*/ 6858000 h 6858000"/>
              <a:gd name="connsiteX11" fmla="*/ 4869473 w 6175114"/>
              <a:gd name="connsiteY11" fmla="*/ 6858000 h 6858000"/>
              <a:gd name="connsiteX12" fmla="*/ 4856472 w 6175114"/>
              <a:gd name="connsiteY12" fmla="*/ 6790487 h 6858000"/>
              <a:gd name="connsiteX13" fmla="*/ 3419067 w 6175114"/>
              <a:gd name="connsiteY13" fmla="*/ 5837920 h 6858000"/>
              <a:gd name="connsiteX14" fmla="*/ 2099173 w 6175114"/>
              <a:gd name="connsiteY14" fmla="*/ 5265482 h 6858000"/>
              <a:gd name="connsiteX15" fmla="*/ 0 w 6175114"/>
              <a:gd name="connsiteY15" fmla="*/ 2434764 h 6858000"/>
              <a:gd name="connsiteX16" fmla="*/ 1315163 w 6175114"/>
              <a:gd name="connsiteY16" fmla="*/ 162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75114" h="6858000">
                <a:moveTo>
                  <a:pt x="1341004" y="0"/>
                </a:moveTo>
                <a:lnTo>
                  <a:pt x="6175114" y="0"/>
                </a:lnTo>
                <a:lnTo>
                  <a:pt x="6175114" y="1753853"/>
                </a:lnTo>
                <a:lnTo>
                  <a:pt x="5820369" y="2196189"/>
                </a:lnTo>
                <a:cubicBezTo>
                  <a:pt x="5120645" y="1703218"/>
                  <a:pt x="4405009" y="1432910"/>
                  <a:pt x="3753019" y="1432910"/>
                </a:cubicBezTo>
                <a:cubicBezTo>
                  <a:pt x="2989739" y="1432910"/>
                  <a:pt x="2496678" y="1735039"/>
                  <a:pt x="2496678" y="2275742"/>
                </a:cubicBezTo>
                <a:cubicBezTo>
                  <a:pt x="2496678" y="2880092"/>
                  <a:pt x="3148671" y="3086756"/>
                  <a:pt x="4071059" y="3452528"/>
                </a:cubicBezTo>
                <a:lnTo>
                  <a:pt x="5359131" y="3977321"/>
                </a:lnTo>
                <a:cubicBezTo>
                  <a:pt x="5600645" y="4072737"/>
                  <a:pt x="5823711" y="4180452"/>
                  <a:pt x="6026758" y="4302039"/>
                </a:cubicBezTo>
                <a:lnTo>
                  <a:pt x="6175114" y="4397461"/>
                </a:lnTo>
                <a:lnTo>
                  <a:pt x="6175114" y="6858000"/>
                </a:lnTo>
                <a:lnTo>
                  <a:pt x="4869473" y="6858000"/>
                </a:lnTo>
                <a:lnTo>
                  <a:pt x="4856472" y="6790487"/>
                </a:lnTo>
                <a:cubicBezTo>
                  <a:pt x="4737539" y="6344090"/>
                  <a:pt x="4212235" y="6157971"/>
                  <a:pt x="3419067" y="5837920"/>
                </a:cubicBezTo>
                <a:lnTo>
                  <a:pt x="2099173" y="5265482"/>
                </a:lnTo>
                <a:cubicBezTo>
                  <a:pt x="1001854" y="4836066"/>
                  <a:pt x="0" y="3929589"/>
                  <a:pt x="0" y="2434764"/>
                </a:cubicBezTo>
                <a:cubicBezTo>
                  <a:pt x="0" y="1459726"/>
                  <a:pt x="493110" y="590353"/>
                  <a:pt x="1315163" y="16279"/>
                </a:cubicBezTo>
                <a:close/>
              </a:path>
            </a:pathLst>
          </a:custGeom>
        </p:spPr>
        <p:txBody>
          <a:bodyPr wrap="square" anchor="ctr">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983917A6-AC6D-490C-947C-C8BDB0A54B33}"/>
              </a:ext>
            </a:extLst>
          </p:cNvPr>
          <p:cNvSpPr>
            <a:spLocks noGrp="1"/>
          </p:cNvSpPr>
          <p:nvPr>
            <p:ph type="title"/>
          </p:nvPr>
        </p:nvSpPr>
        <p:spPr>
          <a:xfrm>
            <a:off x="1099456" y="3257550"/>
            <a:ext cx="4203247" cy="743744"/>
          </a:xfrm>
        </p:spPr>
        <p:txBody>
          <a:bodyPr lIns="0" anchor="t">
            <a:noAutofit/>
          </a:bodyPr>
          <a:lstStyle>
            <a:lvl1pPr>
              <a:defRPr sz="2800" cap="all" baseline="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99456" y="4238625"/>
            <a:ext cx="4203247" cy="1800225"/>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lvl1pPr>
              <a:defRPr>
                <a:solidFill>
                  <a:schemeClr val="tx1"/>
                </a:solidFill>
              </a:defRPr>
            </a:lvl1pPr>
          </a:lstStyle>
          <a:p>
            <a:fld id="{9FF96520-E4CE-4EAD-8ABF-1D2297D6B3AA}" type="slidenum">
              <a:rPr lang="en-US" smtClean="0"/>
              <a:pPr/>
              <a:t>‹#›</a:t>
            </a:fld>
            <a:endParaRPr lang="en-US" dirty="0"/>
          </a:p>
        </p:txBody>
      </p:sp>
      <p:cxnSp>
        <p:nvCxnSpPr>
          <p:cNvPr id="31" name="Straight Connector 30">
            <a:extLst>
              <a:ext uri="{FF2B5EF4-FFF2-40B4-BE49-F238E27FC236}">
                <a16:creationId xmlns:a16="http://schemas.microsoft.com/office/drawing/2014/main" id="{6BF3408D-E369-4A9E-ABF8-0D643DDD2F9A}"/>
              </a:ext>
            </a:extLst>
          </p:cNvPr>
          <p:cNvCxnSpPr>
            <a:cxnSpLocks/>
          </p:cNvCxnSpPr>
          <p:nvPr userDrawn="1"/>
        </p:nvCxnSpPr>
        <p:spPr>
          <a:xfrm>
            <a:off x="1121228" y="0"/>
            <a:ext cx="0" cy="3048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78843"/>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34186" y="2903538"/>
            <a:ext cx="3104198" cy="345475"/>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34141"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641894"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642223"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249601" y="2903538"/>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250305" y="3249013"/>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12" name="Text Placeholder 15">
            <a:extLst>
              <a:ext uri="{FF2B5EF4-FFF2-40B4-BE49-F238E27FC236}">
                <a16:creationId xmlns:a16="http://schemas.microsoft.com/office/drawing/2014/main" id="{6CB12E29-CEAA-4595-B65C-5BE0B527CD43}"/>
              </a:ext>
            </a:extLst>
          </p:cNvPr>
          <p:cNvSpPr>
            <a:spLocks noGrp="1"/>
          </p:cNvSpPr>
          <p:nvPr>
            <p:ph type="body" sz="quarter" idx="23" hasCustomPrompt="1"/>
          </p:nvPr>
        </p:nvSpPr>
        <p:spPr>
          <a:xfrm>
            <a:off x="1033811"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3" name="Text Placeholder 18">
            <a:extLst>
              <a:ext uri="{FF2B5EF4-FFF2-40B4-BE49-F238E27FC236}">
                <a16:creationId xmlns:a16="http://schemas.microsoft.com/office/drawing/2014/main" id="{9A5A9E4A-8FA1-4B1A-86F3-162A0ED25FF5}"/>
              </a:ext>
            </a:extLst>
          </p:cNvPr>
          <p:cNvSpPr>
            <a:spLocks noGrp="1"/>
          </p:cNvSpPr>
          <p:nvPr>
            <p:ph type="body" sz="quarter" idx="24" hasCustomPrompt="1"/>
          </p:nvPr>
        </p:nvSpPr>
        <p:spPr>
          <a:xfrm>
            <a:off x="1033766"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4" name="Text Placeholder 15">
            <a:extLst>
              <a:ext uri="{FF2B5EF4-FFF2-40B4-BE49-F238E27FC236}">
                <a16:creationId xmlns:a16="http://schemas.microsoft.com/office/drawing/2014/main" id="{1656AF90-4012-4B9E-81A7-2796EE40AEAF}"/>
              </a:ext>
            </a:extLst>
          </p:cNvPr>
          <p:cNvSpPr>
            <a:spLocks noGrp="1"/>
          </p:cNvSpPr>
          <p:nvPr>
            <p:ph type="body" sz="quarter" idx="25" hasCustomPrompt="1"/>
          </p:nvPr>
        </p:nvSpPr>
        <p:spPr>
          <a:xfrm>
            <a:off x="4641519"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6" name="Text Placeholder 18">
            <a:extLst>
              <a:ext uri="{FF2B5EF4-FFF2-40B4-BE49-F238E27FC236}">
                <a16:creationId xmlns:a16="http://schemas.microsoft.com/office/drawing/2014/main" id="{E34BCA93-D058-4D61-BAE5-2671E1572376}"/>
              </a:ext>
            </a:extLst>
          </p:cNvPr>
          <p:cNvSpPr>
            <a:spLocks noGrp="1"/>
          </p:cNvSpPr>
          <p:nvPr>
            <p:ph type="body" sz="quarter" idx="26" hasCustomPrompt="1"/>
          </p:nvPr>
        </p:nvSpPr>
        <p:spPr>
          <a:xfrm>
            <a:off x="4641848"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8" name="Text Placeholder 15">
            <a:extLst>
              <a:ext uri="{FF2B5EF4-FFF2-40B4-BE49-F238E27FC236}">
                <a16:creationId xmlns:a16="http://schemas.microsoft.com/office/drawing/2014/main" id="{0BE8C5BE-9959-40C7-83C2-546EBFBC1414}"/>
              </a:ext>
            </a:extLst>
          </p:cNvPr>
          <p:cNvSpPr>
            <a:spLocks noGrp="1"/>
          </p:cNvSpPr>
          <p:nvPr>
            <p:ph type="body" sz="quarter" idx="27" hasCustomPrompt="1"/>
          </p:nvPr>
        </p:nvSpPr>
        <p:spPr>
          <a:xfrm>
            <a:off x="8249226" y="4551950"/>
            <a:ext cx="310419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9" name="Text Placeholder 18">
            <a:extLst>
              <a:ext uri="{FF2B5EF4-FFF2-40B4-BE49-F238E27FC236}">
                <a16:creationId xmlns:a16="http://schemas.microsoft.com/office/drawing/2014/main" id="{5FC20880-2D17-4854-A424-DED10A8A8D36}"/>
              </a:ext>
            </a:extLst>
          </p:cNvPr>
          <p:cNvSpPr>
            <a:spLocks noGrp="1"/>
          </p:cNvSpPr>
          <p:nvPr>
            <p:ph type="body" sz="quarter" idx="28" hasCustomPrompt="1"/>
          </p:nvPr>
        </p:nvSpPr>
        <p:spPr>
          <a:xfrm>
            <a:off x="8249930" y="4897425"/>
            <a:ext cx="3103493" cy="866401"/>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3003734"/>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column">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50921" y="2145859"/>
            <a:ext cx="5042568" cy="345473"/>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50922" y="2491335"/>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419184"/>
            <a:ext cx="2362200" cy="1110286"/>
          </a:xfrm>
        </p:spPr>
        <p:txBody>
          <a:bodyPr lIns="0" anchor="b">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4450921" y="3198051"/>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4450922" y="3543527"/>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4450921" y="5302434"/>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4450922" y="5647910"/>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8" name="Text Placeholder 15">
            <a:extLst>
              <a:ext uri="{FF2B5EF4-FFF2-40B4-BE49-F238E27FC236}">
                <a16:creationId xmlns:a16="http://schemas.microsoft.com/office/drawing/2014/main" id="{AE158F00-CB9F-4C14-B6F0-47E4F7019127}"/>
              </a:ext>
            </a:extLst>
          </p:cNvPr>
          <p:cNvSpPr>
            <a:spLocks noGrp="1"/>
          </p:cNvSpPr>
          <p:nvPr>
            <p:ph type="body" sz="quarter" idx="27" hasCustomPrompt="1"/>
          </p:nvPr>
        </p:nvSpPr>
        <p:spPr>
          <a:xfrm>
            <a:off x="4450921" y="4250243"/>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07878182-5985-41C8-B69F-9DB9EC1313F4}"/>
              </a:ext>
            </a:extLst>
          </p:cNvPr>
          <p:cNvSpPr>
            <a:spLocks noGrp="1"/>
          </p:cNvSpPr>
          <p:nvPr>
            <p:ph type="body" sz="quarter" idx="28" hasCustomPrompt="1"/>
          </p:nvPr>
        </p:nvSpPr>
        <p:spPr>
          <a:xfrm>
            <a:off x="4450922" y="4595719"/>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6" name="Straight Connector 5">
            <a:extLst>
              <a:ext uri="{FF2B5EF4-FFF2-40B4-BE49-F238E27FC236}">
                <a16:creationId xmlns:a16="http://schemas.microsoft.com/office/drawing/2014/main" id="{CF8873A5-9160-4B79-B9CB-CBE583030B0E}"/>
              </a:ext>
            </a:extLst>
          </p:cNvPr>
          <p:cNvCxnSpPr>
            <a:cxnSpLocks/>
          </p:cNvCxnSpPr>
          <p:nvPr userDrawn="1"/>
        </p:nvCxnSpPr>
        <p:spPr>
          <a:xfrm>
            <a:off x="3766456" y="-16561"/>
            <a:ext cx="0" cy="687456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4D9D5EA-266D-4541-BA3F-22BC31AAB6AA}"/>
              </a:ext>
            </a:extLst>
          </p:cNvPr>
          <p:cNvCxnSpPr/>
          <p:nvPr userDrawn="1"/>
        </p:nvCxnSpPr>
        <p:spPr>
          <a:xfrm>
            <a:off x="-1" y="1676400"/>
            <a:ext cx="12191999"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880553"/>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Image, and 3 conten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A2B5F8DD-B338-48F8-9DF4-E1A31DFCB5B4}"/>
              </a:ext>
            </a:extLst>
          </p:cNvPr>
          <p:cNvSpPr>
            <a:spLocks noGrp="1"/>
          </p:cNvSpPr>
          <p:nvPr>
            <p:ph type="pic" sz="quarter" idx="27"/>
          </p:nvPr>
        </p:nvSpPr>
        <p:spPr>
          <a:xfrm>
            <a:off x="2" y="0"/>
            <a:ext cx="6694955" cy="6858000"/>
          </a:xfrm>
          <a:custGeom>
            <a:avLst/>
            <a:gdLst>
              <a:gd name="connsiteX0" fmla="*/ 0 w 6694955"/>
              <a:gd name="connsiteY0" fmla="*/ 0 h 6858000"/>
              <a:gd name="connsiteX1" fmla="*/ 6694955 w 6694955"/>
              <a:gd name="connsiteY1" fmla="*/ 0 h 6858000"/>
              <a:gd name="connsiteX2" fmla="*/ 2589160 w 6694955"/>
              <a:gd name="connsiteY2" fmla="*/ 6857732 h 6858000"/>
              <a:gd name="connsiteX3" fmla="*/ 0 w 66949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94955" h="6858000">
                <a:moveTo>
                  <a:pt x="0" y="0"/>
                </a:moveTo>
                <a:lnTo>
                  <a:pt x="6694955" y="0"/>
                </a:lnTo>
                <a:lnTo>
                  <a:pt x="2589160" y="6857732"/>
                </a:lnTo>
                <a:lnTo>
                  <a:pt x="0" y="6858000"/>
                </a:lnTo>
                <a:close/>
              </a:path>
            </a:pathLst>
          </a:custGeom>
        </p:spPr>
        <p:txBody>
          <a:bodyPr wrap="square">
            <a:noAutofit/>
          </a:bodyPr>
          <a:lstStyle/>
          <a:p>
            <a:r>
              <a:rPr lang="en-US"/>
              <a:t>Click icon to add picture</a:t>
            </a:r>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6144768" y="2069658"/>
            <a:ext cx="5042568" cy="345476"/>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6144768" y="241513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6971633" y="690928"/>
            <a:ext cx="4501910" cy="732282"/>
          </a:xfrm>
        </p:spPr>
        <p:txBody>
          <a:bodyPr lIns="0" anchor="b">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lvl1pPr>
              <a:defRPr>
                <a:solidFill>
                  <a:schemeClr val="tx1"/>
                </a:solidFill>
              </a:defRPr>
            </a:lvl1p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5300006" y="3587638"/>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dirty="0"/>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5300007" y="393311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dirty="0"/>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4398264" y="5105618"/>
            <a:ext cx="5042568"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dirty="0"/>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4398264" y="5451094"/>
            <a:ext cx="5041422"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Tree>
    <p:extLst>
      <p:ext uri="{BB962C8B-B14F-4D97-AF65-F5344CB8AC3E}">
        <p14:creationId xmlns:p14="http://schemas.microsoft.com/office/powerpoint/2010/main" val="2642735828"/>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pic T">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F5EB3F05-D570-4C10-88F4-F6BC15CF1F31}"/>
              </a:ext>
            </a:extLst>
          </p:cNvPr>
          <p:cNvSpPr>
            <a:spLocks noGrp="1"/>
          </p:cNvSpPr>
          <p:nvPr>
            <p:ph type="pic" sz="quarter" idx="13"/>
          </p:nvPr>
        </p:nvSpPr>
        <p:spPr>
          <a:xfrm>
            <a:off x="1" y="-12700"/>
            <a:ext cx="7080595" cy="6870700"/>
          </a:xfrm>
          <a:custGeom>
            <a:avLst/>
            <a:gdLst>
              <a:gd name="connsiteX0" fmla="*/ 0 w 7080595"/>
              <a:gd name="connsiteY0" fmla="*/ 0 h 6870700"/>
              <a:gd name="connsiteX1" fmla="*/ 7080595 w 7080595"/>
              <a:gd name="connsiteY1" fmla="*/ 0 h 6870700"/>
              <a:gd name="connsiteX2" fmla="*/ 7080595 w 7080595"/>
              <a:gd name="connsiteY2" fmla="*/ 1883211 h 6870700"/>
              <a:gd name="connsiteX3" fmla="*/ 4515477 w 7080595"/>
              <a:gd name="connsiteY3" fmla="*/ 1883211 h 6870700"/>
              <a:gd name="connsiteX4" fmla="*/ 4515477 w 7080595"/>
              <a:gd name="connsiteY4" fmla="*/ 6870700 h 6870700"/>
              <a:gd name="connsiteX5" fmla="*/ 2269215 w 7080595"/>
              <a:gd name="connsiteY5" fmla="*/ 6870700 h 6870700"/>
              <a:gd name="connsiteX6" fmla="*/ 2269215 w 7080595"/>
              <a:gd name="connsiteY6" fmla="*/ 1883211 h 6870700"/>
              <a:gd name="connsiteX7" fmla="*/ 0 w 7080595"/>
              <a:gd name="connsiteY7" fmla="*/ 1883211 h 687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0595" h="6870700">
                <a:moveTo>
                  <a:pt x="0" y="0"/>
                </a:moveTo>
                <a:lnTo>
                  <a:pt x="7080595" y="0"/>
                </a:lnTo>
                <a:lnTo>
                  <a:pt x="7080595" y="1883211"/>
                </a:lnTo>
                <a:lnTo>
                  <a:pt x="4515477" y="1883211"/>
                </a:lnTo>
                <a:lnTo>
                  <a:pt x="4515477" y="6870700"/>
                </a:lnTo>
                <a:lnTo>
                  <a:pt x="2269215" y="6870700"/>
                </a:lnTo>
                <a:lnTo>
                  <a:pt x="2269215" y="1883211"/>
                </a:lnTo>
                <a:lnTo>
                  <a:pt x="0" y="1883211"/>
                </a:lnTo>
                <a:close/>
              </a:path>
            </a:pathLst>
          </a:custGeom>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11" name="Title 1">
            <a:extLst>
              <a:ext uri="{FF2B5EF4-FFF2-40B4-BE49-F238E27FC236}">
                <a16:creationId xmlns:a16="http://schemas.microsoft.com/office/drawing/2014/main" id="{FFEA6F9E-1C21-4644-8E2A-AD5673EEAD8F}"/>
              </a:ext>
            </a:extLst>
          </p:cNvPr>
          <p:cNvSpPr>
            <a:spLocks noGrp="1"/>
          </p:cNvSpPr>
          <p:nvPr>
            <p:ph type="title"/>
          </p:nvPr>
        </p:nvSpPr>
        <p:spPr>
          <a:xfrm>
            <a:off x="7543799" y="2318657"/>
            <a:ext cx="4203247" cy="1440996"/>
          </a:xfrm>
        </p:spPr>
        <p:txBody>
          <a:bodyPr lIns="0" anchor="b">
            <a:noAutofit/>
          </a:bodyPr>
          <a:lstStyle>
            <a:lvl1pPr>
              <a:defRPr sz="2800" cap="all" baseline="0">
                <a:solidFill>
                  <a:schemeClr val="accent1"/>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7C1D1C8A-E829-4284-AB95-2DD0C7BAA4C4}"/>
              </a:ext>
            </a:extLst>
          </p:cNvPr>
          <p:cNvSpPr>
            <a:spLocks noGrp="1"/>
          </p:cNvSpPr>
          <p:nvPr>
            <p:ph idx="1"/>
          </p:nvPr>
        </p:nvSpPr>
        <p:spPr>
          <a:xfrm>
            <a:off x="7543799" y="4147457"/>
            <a:ext cx="4203247" cy="1532165"/>
          </a:xfrm>
        </p:spPr>
        <p:txBody>
          <a:bodyPr lIns="0">
            <a:normAutofit/>
          </a:bodyPr>
          <a:lstStyle>
            <a:lvl1pPr marL="0" indent="0">
              <a:lnSpc>
                <a:spcPct val="150000"/>
              </a:lnSpc>
              <a:buNone/>
              <a:defRPr sz="1200"/>
            </a:lvl1pPr>
          </a:lstStyle>
          <a:p>
            <a:pPr lvl="0"/>
            <a:r>
              <a:rPr lang="en-US"/>
              <a:t>Click to edit Master text styles</a:t>
            </a:r>
          </a:p>
        </p:txBody>
      </p:sp>
      <p:cxnSp>
        <p:nvCxnSpPr>
          <p:cNvPr id="14" name="Straight Connector 13">
            <a:extLst>
              <a:ext uri="{FF2B5EF4-FFF2-40B4-BE49-F238E27FC236}">
                <a16:creationId xmlns:a16="http://schemas.microsoft.com/office/drawing/2014/main" id="{2CC539CF-E024-420D-BFED-5F2212DA8CE3}"/>
              </a:ext>
            </a:extLst>
          </p:cNvPr>
          <p:cNvCxnSpPr>
            <a:cxnSpLocks/>
          </p:cNvCxnSpPr>
          <p:nvPr userDrawn="1"/>
        </p:nvCxnSpPr>
        <p:spPr>
          <a:xfrm>
            <a:off x="-1" y="4376058"/>
            <a:ext cx="7053944"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09738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extLst>
    <p:ext uri="{DCECCB84-F9BA-43D5-87BE-67443E8EF086}">
      <p15:sldGuideLst xmlns:p15="http://schemas.microsoft.com/office/powerpoint/2012/main">
        <p15:guide id="1" orient="horz" pos="2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A5404BE-7C49-4381-8FC0-95A496CFB491}"/>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p:nvSpPr>
          <p:cNvPr id="35" name="Text Placeholder 8">
            <a:extLst>
              <a:ext uri="{FF2B5EF4-FFF2-40B4-BE49-F238E27FC236}">
                <a16:creationId xmlns:a16="http://schemas.microsoft.com/office/drawing/2014/main" id="{9B922914-E333-400C-A083-27A44BE79C77}"/>
              </a:ext>
            </a:extLst>
          </p:cNvPr>
          <p:cNvSpPr>
            <a:spLocks noGrp="1"/>
          </p:cNvSpPr>
          <p:nvPr>
            <p:ph type="body" sz="quarter" idx="17" hasCustomPrompt="1"/>
          </p:nvPr>
        </p:nvSpPr>
        <p:spPr>
          <a:xfrm>
            <a:off x="3650085" y="4546575"/>
            <a:ext cx="1500624" cy="1681163"/>
          </a:xfrm>
        </p:spPr>
        <p:txBody>
          <a:bodyPr>
            <a:noAutofit/>
          </a:bodyPr>
          <a:lstStyle>
            <a:lvl1pPr marL="0" indent="0">
              <a:buNone/>
              <a:defRPr sz="15500" b="1">
                <a:solidFill>
                  <a:schemeClr val="tx1"/>
                </a:solidFill>
              </a:defRPr>
            </a:lvl1pPr>
          </a:lstStyle>
          <a:p>
            <a:pPr lvl="0"/>
            <a:r>
              <a:rPr lang="en-US"/>
              <a:t>M</a:t>
            </a:r>
          </a:p>
        </p:txBody>
      </p:sp>
      <p:sp>
        <p:nvSpPr>
          <p:cNvPr id="34" name="Text Placeholder 8">
            <a:extLst>
              <a:ext uri="{FF2B5EF4-FFF2-40B4-BE49-F238E27FC236}">
                <a16:creationId xmlns:a16="http://schemas.microsoft.com/office/drawing/2014/main" id="{486A9052-3614-4622-A421-1D20E5B311A1}"/>
              </a:ext>
            </a:extLst>
          </p:cNvPr>
          <p:cNvSpPr>
            <a:spLocks noGrp="1"/>
          </p:cNvSpPr>
          <p:nvPr>
            <p:ph type="body" sz="quarter" idx="16" hasCustomPrompt="1"/>
          </p:nvPr>
        </p:nvSpPr>
        <p:spPr>
          <a:xfrm>
            <a:off x="2377374" y="2750392"/>
            <a:ext cx="1253665" cy="1681163"/>
          </a:xfrm>
        </p:spPr>
        <p:txBody>
          <a:bodyPr>
            <a:noAutofit/>
          </a:bodyPr>
          <a:lstStyle>
            <a:lvl1pPr marL="0" indent="0">
              <a:buNone/>
              <a:defRPr sz="15500" b="1">
                <a:solidFill>
                  <a:schemeClr val="tx1"/>
                </a:solidFill>
              </a:defRPr>
            </a:lvl1pPr>
          </a:lstStyle>
          <a:p>
            <a:pPr lvl="0"/>
            <a:r>
              <a:rPr lang="en-US"/>
              <a:t>E</a:t>
            </a:r>
          </a:p>
        </p:txBody>
      </p:sp>
      <p:sp>
        <p:nvSpPr>
          <p:cNvPr id="9" name="Text Placeholder 8">
            <a:extLst>
              <a:ext uri="{FF2B5EF4-FFF2-40B4-BE49-F238E27FC236}">
                <a16:creationId xmlns:a16="http://schemas.microsoft.com/office/drawing/2014/main" id="{0F3ADE3E-3D48-4C5D-9FE4-2D7A26315868}"/>
              </a:ext>
            </a:extLst>
          </p:cNvPr>
          <p:cNvSpPr>
            <a:spLocks noGrp="1"/>
          </p:cNvSpPr>
          <p:nvPr>
            <p:ph type="body" sz="quarter" idx="14" hasCustomPrompt="1"/>
          </p:nvPr>
        </p:nvSpPr>
        <p:spPr>
          <a:xfrm>
            <a:off x="442380" y="903514"/>
            <a:ext cx="1253665" cy="1681163"/>
          </a:xfrm>
        </p:spPr>
        <p:txBody>
          <a:bodyPr>
            <a:noAutofit/>
          </a:bodyPr>
          <a:lstStyle>
            <a:lvl1pPr marL="0" indent="0">
              <a:buNone/>
              <a:defRPr sz="15500" b="1">
                <a:solidFill>
                  <a:schemeClr val="tx1"/>
                </a:solidFill>
              </a:defRPr>
            </a:lvl1pPr>
          </a:lstStyle>
          <a:p>
            <a:pPr lvl="0"/>
            <a:r>
              <a:rPr lang="en-US"/>
              <a:t>S</a:t>
            </a:r>
          </a:p>
        </p:txBody>
      </p:sp>
      <p:sp>
        <p:nvSpPr>
          <p:cNvPr id="33" name="Text Placeholder 8">
            <a:extLst>
              <a:ext uri="{FF2B5EF4-FFF2-40B4-BE49-F238E27FC236}">
                <a16:creationId xmlns:a16="http://schemas.microsoft.com/office/drawing/2014/main" id="{9B49215A-DBBC-4C0F-A6A8-DFB2D5464357}"/>
              </a:ext>
            </a:extLst>
          </p:cNvPr>
          <p:cNvSpPr>
            <a:spLocks noGrp="1"/>
          </p:cNvSpPr>
          <p:nvPr>
            <p:ph type="body" sz="quarter" idx="15" hasCustomPrompt="1"/>
          </p:nvPr>
        </p:nvSpPr>
        <p:spPr>
          <a:xfrm>
            <a:off x="2377374" y="897072"/>
            <a:ext cx="1253665" cy="1681163"/>
          </a:xfrm>
        </p:spPr>
        <p:txBody>
          <a:bodyPr>
            <a:noAutofit/>
          </a:bodyPr>
          <a:lstStyle>
            <a:lvl1pPr marL="0" indent="0">
              <a:buNone/>
              <a:defRPr sz="15500" b="1">
                <a:solidFill>
                  <a:schemeClr val="tx1"/>
                </a:solidFill>
              </a:defRPr>
            </a:lvl1pPr>
          </a:lstStyle>
          <a:p>
            <a:pPr lvl="0"/>
            <a:r>
              <a:rPr lang="en-US"/>
              <a:t>T</a:t>
            </a:r>
          </a:p>
        </p:txBody>
      </p:sp>
      <p:sp>
        <p:nvSpPr>
          <p:cNvPr id="2" name="Title 1">
            <a:extLst>
              <a:ext uri="{FF2B5EF4-FFF2-40B4-BE49-F238E27FC236}">
                <a16:creationId xmlns:a16="http://schemas.microsoft.com/office/drawing/2014/main" id="{5E8BB770-F6A6-44A3-BCE1-BCCCC1E81064}"/>
              </a:ext>
            </a:extLst>
          </p:cNvPr>
          <p:cNvSpPr>
            <a:spLocks noGrp="1"/>
          </p:cNvSpPr>
          <p:nvPr>
            <p:ph type="title"/>
          </p:nvPr>
        </p:nvSpPr>
        <p:spPr>
          <a:xfrm>
            <a:off x="5606143" y="5201920"/>
            <a:ext cx="5747657" cy="992505"/>
          </a:xfrm>
        </p:spPr>
        <p:txBody>
          <a:bodyPr anchor="ctr">
            <a:normAutofit/>
          </a:bodyPr>
          <a:lstStyle>
            <a:lvl1pPr>
              <a:defRPr sz="4800" cap="all" baseline="0"/>
            </a:lvl1pPr>
          </a:lstStyle>
          <a:p>
            <a:r>
              <a:rPr lang="en-US"/>
              <a:t>Click to edit Master title style</a:t>
            </a:r>
          </a:p>
        </p:txBody>
      </p:sp>
      <p:sp>
        <p:nvSpPr>
          <p:cNvPr id="3" name="Graphic 8">
            <a:extLst>
              <a:ext uri="{FF2B5EF4-FFF2-40B4-BE49-F238E27FC236}">
                <a16:creationId xmlns:a16="http://schemas.microsoft.com/office/drawing/2014/main" id="{A6A04B8C-D941-483E-B669-7436C535CE2E}"/>
              </a:ext>
              <a:ext uri="{C183D7F6-B498-43B3-948B-1728B52AA6E4}">
                <adec:decorative xmlns:adec="http://schemas.microsoft.com/office/drawing/2017/decorative" val="1"/>
              </a:ext>
            </a:extLst>
          </p:cNvPr>
          <p:cNvSpPr/>
          <p:nvPr userDrawn="1"/>
        </p:nvSpPr>
        <p:spPr>
          <a:xfrm>
            <a:off x="3565384" y="1857932"/>
            <a:ext cx="922101" cy="2445893"/>
          </a:xfrm>
          <a:custGeom>
            <a:avLst/>
            <a:gdLst>
              <a:gd name="connsiteX0" fmla="*/ 922101 w 922101"/>
              <a:gd name="connsiteY0" fmla="*/ 2615575 h 2615575"/>
              <a:gd name="connsiteX1" fmla="*/ 922101 w 922101"/>
              <a:gd name="connsiteY1" fmla="*/ 1134894 h 2615575"/>
              <a:gd name="connsiteX2" fmla="*/ 922101 w 922101"/>
              <a:gd name="connsiteY2" fmla="*/ 0 h 2615575"/>
              <a:gd name="connsiteX3" fmla="*/ 0 w 922101"/>
              <a:gd name="connsiteY3" fmla="*/ 0 h 2615575"/>
              <a:gd name="connsiteX0" fmla="*/ 922101 w 922101"/>
              <a:gd name="connsiteY0" fmla="*/ 2332208 h 2332208"/>
              <a:gd name="connsiteX1" fmla="*/ 922101 w 922101"/>
              <a:gd name="connsiteY1" fmla="*/ 1134894 h 2332208"/>
              <a:gd name="connsiteX2" fmla="*/ 922101 w 922101"/>
              <a:gd name="connsiteY2" fmla="*/ 0 h 2332208"/>
              <a:gd name="connsiteX3" fmla="*/ 0 w 922101"/>
              <a:gd name="connsiteY3" fmla="*/ 0 h 2332208"/>
            </a:gdLst>
            <a:ahLst/>
            <a:cxnLst>
              <a:cxn ang="0">
                <a:pos x="connsiteX0" y="connsiteY0"/>
              </a:cxn>
              <a:cxn ang="0">
                <a:pos x="connsiteX1" y="connsiteY1"/>
              </a:cxn>
              <a:cxn ang="0">
                <a:pos x="connsiteX2" y="connsiteY2"/>
              </a:cxn>
              <a:cxn ang="0">
                <a:pos x="connsiteX3" y="connsiteY3"/>
              </a:cxn>
            </a:cxnLst>
            <a:rect l="l" t="t" r="r" b="b"/>
            <a:pathLst>
              <a:path w="922101" h="2332208">
                <a:moveTo>
                  <a:pt x="922101" y="2332208"/>
                </a:moveTo>
                <a:lnTo>
                  <a:pt x="922101" y="1134894"/>
                </a:lnTo>
                <a:lnTo>
                  <a:pt x="922101" y="0"/>
                </a:lnTo>
                <a:lnTo>
                  <a:pt x="0" y="0"/>
                </a:lnTo>
              </a:path>
            </a:pathLst>
          </a:custGeom>
          <a:noFill/>
          <a:ln w="19050" cap="flat">
            <a:solidFill>
              <a:srgbClr val="C3EF0C"/>
            </a:solidFill>
            <a:prstDash val="solid"/>
            <a:miter/>
          </a:ln>
        </p:spPr>
        <p:txBody>
          <a:bodyPr rtlCol="0" anchor="ctr"/>
          <a:lstStyle/>
          <a:p>
            <a:endParaRPr lang="en-US" dirty="0"/>
          </a:p>
        </p:txBody>
      </p:sp>
      <p:sp>
        <p:nvSpPr>
          <p:cNvPr id="7" name="Graphic 8">
            <a:extLst>
              <a:ext uri="{FF2B5EF4-FFF2-40B4-BE49-F238E27FC236}">
                <a16:creationId xmlns:a16="http://schemas.microsoft.com/office/drawing/2014/main" id="{7A6DC6C6-E9EB-405C-A68E-EE8EEBBCA398}"/>
              </a:ext>
              <a:ext uri="{C183D7F6-B498-43B3-948B-1728B52AA6E4}">
                <adec:decorative xmlns:adec="http://schemas.microsoft.com/office/drawing/2017/decorative" val="1"/>
              </a:ext>
            </a:extLst>
          </p:cNvPr>
          <p:cNvSpPr/>
          <p:nvPr userDrawn="1"/>
        </p:nvSpPr>
        <p:spPr>
          <a:xfrm>
            <a:off x="1845311" y="1857400"/>
            <a:ext cx="691575" cy="8866"/>
          </a:xfrm>
          <a:custGeom>
            <a:avLst/>
            <a:gdLst>
              <a:gd name="connsiteX0" fmla="*/ 691576 w 691575"/>
              <a:gd name="connsiteY0" fmla="*/ 0 h 8866"/>
              <a:gd name="connsiteX1" fmla="*/ 0 w 691575"/>
              <a:gd name="connsiteY1" fmla="*/ 0 h 8866"/>
            </a:gdLst>
            <a:ahLst/>
            <a:cxnLst>
              <a:cxn ang="0">
                <a:pos x="connsiteX0" y="connsiteY0"/>
              </a:cxn>
              <a:cxn ang="0">
                <a:pos x="connsiteX1" y="connsiteY1"/>
              </a:cxn>
            </a:cxnLst>
            <a:rect l="l" t="t" r="r" b="b"/>
            <a:pathLst>
              <a:path w="691575" h="8866">
                <a:moveTo>
                  <a:pt x="691576" y="0"/>
                </a:moveTo>
                <a:lnTo>
                  <a:pt x="0" y="0"/>
                </a:lnTo>
              </a:path>
            </a:pathLst>
          </a:custGeom>
          <a:ln w="19050" cap="flat">
            <a:solidFill>
              <a:srgbClr val="C3EF0C"/>
            </a:solidFill>
            <a:prstDash val="solid"/>
            <a:miter/>
          </a:ln>
        </p:spPr>
        <p:txBody>
          <a:bodyPr rtlCol="0" anchor="ctr"/>
          <a:lstStyle/>
          <a:p>
            <a:endParaRPr lang="en-US" dirty="0"/>
          </a:p>
        </p:txBody>
      </p:sp>
      <p:sp>
        <p:nvSpPr>
          <p:cNvPr id="4" name="Graphic 8">
            <a:extLst>
              <a:ext uri="{FF2B5EF4-FFF2-40B4-BE49-F238E27FC236}">
                <a16:creationId xmlns:a16="http://schemas.microsoft.com/office/drawing/2014/main" id="{028B5C16-2909-487D-BE4D-A794F3BA7AE2}"/>
              </a:ext>
              <a:ext uri="{C183D7F6-B498-43B3-948B-1728B52AA6E4}">
                <adec:decorative xmlns:adec="http://schemas.microsoft.com/office/drawing/2017/decorative" val="1"/>
              </a:ext>
            </a:extLst>
          </p:cNvPr>
          <p:cNvSpPr/>
          <p:nvPr userDrawn="1"/>
        </p:nvSpPr>
        <p:spPr>
          <a:xfrm>
            <a:off x="3565384" y="1857931"/>
            <a:ext cx="922101" cy="2573623"/>
          </a:xfrm>
          <a:custGeom>
            <a:avLst/>
            <a:gdLst>
              <a:gd name="connsiteX0" fmla="*/ 922101 w 922101"/>
              <a:gd name="connsiteY0" fmla="*/ 2615575 h 2615575"/>
              <a:gd name="connsiteX1" fmla="*/ 922101 w 922101"/>
              <a:gd name="connsiteY1" fmla="*/ 1134894 h 2615575"/>
              <a:gd name="connsiteX2" fmla="*/ 922101 w 922101"/>
              <a:gd name="connsiteY2" fmla="*/ 0 h 2615575"/>
              <a:gd name="connsiteX3" fmla="*/ 0 w 922101"/>
              <a:gd name="connsiteY3" fmla="*/ 0 h 2615575"/>
              <a:gd name="connsiteX0" fmla="*/ 922101 w 922101"/>
              <a:gd name="connsiteY0" fmla="*/ 2332208 h 2332208"/>
              <a:gd name="connsiteX1" fmla="*/ 922101 w 922101"/>
              <a:gd name="connsiteY1" fmla="*/ 1134894 h 2332208"/>
              <a:gd name="connsiteX2" fmla="*/ 922101 w 922101"/>
              <a:gd name="connsiteY2" fmla="*/ 0 h 2332208"/>
              <a:gd name="connsiteX3" fmla="*/ 0 w 922101"/>
              <a:gd name="connsiteY3" fmla="*/ 0 h 2332208"/>
            </a:gdLst>
            <a:ahLst/>
            <a:cxnLst>
              <a:cxn ang="0">
                <a:pos x="connsiteX0" y="connsiteY0"/>
              </a:cxn>
              <a:cxn ang="0">
                <a:pos x="connsiteX1" y="connsiteY1"/>
              </a:cxn>
              <a:cxn ang="0">
                <a:pos x="connsiteX2" y="connsiteY2"/>
              </a:cxn>
              <a:cxn ang="0">
                <a:pos x="connsiteX3" y="connsiteY3"/>
              </a:cxn>
            </a:cxnLst>
            <a:rect l="l" t="t" r="r" b="b"/>
            <a:pathLst>
              <a:path w="922101" h="2332208">
                <a:moveTo>
                  <a:pt x="922101" y="2332208"/>
                </a:moveTo>
                <a:lnTo>
                  <a:pt x="922101" y="1134894"/>
                </a:lnTo>
                <a:lnTo>
                  <a:pt x="922101" y="0"/>
                </a:lnTo>
                <a:lnTo>
                  <a:pt x="0" y="0"/>
                </a:lnTo>
              </a:path>
            </a:pathLst>
          </a:custGeom>
          <a:noFill/>
          <a:ln w="19050" cap="flat">
            <a:solidFill>
              <a:srgbClr val="C3EF0C"/>
            </a:solidFill>
            <a:prstDash val="solid"/>
            <a:miter/>
          </a:ln>
        </p:spPr>
        <p:txBody>
          <a:bodyPr rtlCol="0" anchor="ctr"/>
          <a:lstStyle/>
          <a:p>
            <a:endParaRPr lang="en-US" dirty="0"/>
          </a:p>
        </p:txBody>
      </p:sp>
    </p:spTree>
    <p:extLst>
      <p:ext uri="{BB962C8B-B14F-4D97-AF65-F5344CB8AC3E}">
        <p14:creationId xmlns:p14="http://schemas.microsoft.com/office/powerpoint/2010/main" val="754416344"/>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extLst>
    <p:ext uri="{DCECCB84-F9BA-43D5-87BE-67443E8EF086}">
      <p15:sldGuideLst xmlns:p15="http://schemas.microsoft.com/office/powerpoint/2012/main">
        <p15:guide id="1" orient="horz" pos="720" userDrawn="1">
          <p15:clr>
            <a:srgbClr val="FBAE40"/>
          </p15:clr>
        </p15:guide>
        <p15:guide id="2" orient="horz" pos="1584" userDrawn="1">
          <p15:clr>
            <a:srgbClr val="FBAE40"/>
          </p15:clr>
        </p15:guide>
        <p15:guide id="3" orient="horz" pos="27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icons, and conten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034142"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034142"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8" name="Picture Placeholder 15">
            <a:extLst>
              <a:ext uri="{FF2B5EF4-FFF2-40B4-BE49-F238E27FC236}">
                <a16:creationId xmlns:a16="http://schemas.microsoft.com/office/drawing/2014/main" id="{43CBE128-6D8D-4605-B225-5A34FFB1F25B}"/>
              </a:ext>
            </a:extLst>
          </p:cNvPr>
          <p:cNvSpPr>
            <a:spLocks noGrp="1"/>
          </p:cNvSpPr>
          <p:nvPr>
            <p:ph type="pic" sz="quarter" idx="42"/>
          </p:nvPr>
        </p:nvSpPr>
        <p:spPr>
          <a:xfrm>
            <a:off x="1034142"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dirty="0"/>
          </a:p>
        </p:txBody>
      </p:sp>
      <p:sp>
        <p:nvSpPr>
          <p:cNvPr id="15" name="Title 1">
            <a:extLst>
              <a:ext uri="{FF2B5EF4-FFF2-40B4-BE49-F238E27FC236}">
                <a16:creationId xmlns:a16="http://schemas.microsoft.com/office/drawing/2014/main" id="{4AA3FE14-6E13-47C9-A512-83A96F3DD002}"/>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6" name="Straight Connector 15">
            <a:extLst>
              <a:ext uri="{FF2B5EF4-FFF2-40B4-BE49-F238E27FC236}">
                <a16:creationId xmlns:a16="http://schemas.microsoft.com/office/drawing/2014/main" id="{2D83A9ED-5F19-4646-ADCE-C829C97154DC}"/>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 Placeholder 8">
            <a:extLst>
              <a:ext uri="{FF2B5EF4-FFF2-40B4-BE49-F238E27FC236}">
                <a16:creationId xmlns:a16="http://schemas.microsoft.com/office/drawing/2014/main" id="{6187F4BE-3AD3-4857-B0A9-A9285E52D819}"/>
              </a:ext>
            </a:extLst>
          </p:cNvPr>
          <p:cNvSpPr>
            <a:spLocks noGrp="1"/>
          </p:cNvSpPr>
          <p:nvPr>
            <p:ph type="body" sz="quarter" idx="43" hasCustomPrompt="1"/>
          </p:nvPr>
        </p:nvSpPr>
        <p:spPr>
          <a:xfrm>
            <a:off x="4706975"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21" name="Text Placeholder 10">
            <a:extLst>
              <a:ext uri="{FF2B5EF4-FFF2-40B4-BE49-F238E27FC236}">
                <a16:creationId xmlns:a16="http://schemas.microsoft.com/office/drawing/2014/main" id="{5F81158B-DA52-484D-8105-92B77E4DC466}"/>
              </a:ext>
            </a:extLst>
          </p:cNvPr>
          <p:cNvSpPr>
            <a:spLocks noGrp="1"/>
          </p:cNvSpPr>
          <p:nvPr>
            <p:ph type="body" sz="quarter" idx="44" hasCustomPrompt="1"/>
          </p:nvPr>
        </p:nvSpPr>
        <p:spPr>
          <a:xfrm>
            <a:off x="4706975"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2" name="Picture Placeholder 15">
            <a:extLst>
              <a:ext uri="{FF2B5EF4-FFF2-40B4-BE49-F238E27FC236}">
                <a16:creationId xmlns:a16="http://schemas.microsoft.com/office/drawing/2014/main" id="{51CF84FA-944B-434D-A8DD-F5D8A6BD7F12}"/>
              </a:ext>
            </a:extLst>
          </p:cNvPr>
          <p:cNvSpPr>
            <a:spLocks noGrp="1"/>
          </p:cNvSpPr>
          <p:nvPr>
            <p:ph type="pic" sz="quarter" idx="45"/>
          </p:nvPr>
        </p:nvSpPr>
        <p:spPr>
          <a:xfrm>
            <a:off x="4706975"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dirty="0"/>
          </a:p>
        </p:txBody>
      </p:sp>
      <p:sp>
        <p:nvSpPr>
          <p:cNvPr id="23" name="Text Placeholder 8">
            <a:extLst>
              <a:ext uri="{FF2B5EF4-FFF2-40B4-BE49-F238E27FC236}">
                <a16:creationId xmlns:a16="http://schemas.microsoft.com/office/drawing/2014/main" id="{9AFDDE4E-007E-431B-937C-1B26959515F6}"/>
              </a:ext>
            </a:extLst>
          </p:cNvPr>
          <p:cNvSpPr>
            <a:spLocks noGrp="1"/>
          </p:cNvSpPr>
          <p:nvPr>
            <p:ph type="body" sz="quarter" idx="46" hasCustomPrompt="1"/>
          </p:nvPr>
        </p:nvSpPr>
        <p:spPr>
          <a:xfrm>
            <a:off x="8412200" y="3971432"/>
            <a:ext cx="2941600" cy="360000"/>
          </a:xfrm>
        </p:spPr>
        <p:txBody>
          <a:bodyP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24" name="Text Placeholder 10">
            <a:extLst>
              <a:ext uri="{FF2B5EF4-FFF2-40B4-BE49-F238E27FC236}">
                <a16:creationId xmlns:a16="http://schemas.microsoft.com/office/drawing/2014/main" id="{3B096111-A95B-402E-B431-43D852C9E2AD}"/>
              </a:ext>
            </a:extLst>
          </p:cNvPr>
          <p:cNvSpPr>
            <a:spLocks noGrp="1"/>
          </p:cNvSpPr>
          <p:nvPr>
            <p:ph type="body" sz="quarter" idx="47" hasCustomPrompt="1"/>
          </p:nvPr>
        </p:nvSpPr>
        <p:spPr>
          <a:xfrm>
            <a:off x="8412200" y="4605832"/>
            <a:ext cx="2941600" cy="1141882"/>
          </a:xfrm>
        </p:spPr>
        <p:txBody>
          <a:bodyPr>
            <a:normAutofit/>
          </a:bodyPr>
          <a:lstStyle>
            <a:lvl1pPr marL="0" indent="0" algn="l">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5" name="Picture Placeholder 15">
            <a:extLst>
              <a:ext uri="{FF2B5EF4-FFF2-40B4-BE49-F238E27FC236}">
                <a16:creationId xmlns:a16="http://schemas.microsoft.com/office/drawing/2014/main" id="{F07B788A-B491-4062-8710-AC0B5654D443}"/>
              </a:ext>
            </a:extLst>
          </p:cNvPr>
          <p:cNvSpPr>
            <a:spLocks noGrp="1"/>
          </p:cNvSpPr>
          <p:nvPr>
            <p:ph type="pic" sz="quarter" idx="48"/>
          </p:nvPr>
        </p:nvSpPr>
        <p:spPr>
          <a:xfrm>
            <a:off x="8412200" y="3048000"/>
            <a:ext cx="769486" cy="769486"/>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700" i="1">
                <a:solidFill>
                  <a:schemeClr val="tx1">
                    <a:lumMod val="50000"/>
                    <a:lumOff val="50000"/>
                  </a:schemeClr>
                </a:solidFill>
                <a:latin typeface="Times New Roman" panose="02020603050405020304" pitchFamily="18" charset="0"/>
                <a:cs typeface="Times New Roman" panose="02020603050405020304" pitchFamily="18" charset="0"/>
              </a:defRPr>
            </a:lvl1pPr>
          </a:lstStyle>
          <a:p>
            <a:pPr marL="266700" lvl="0" indent="-266700" algn="ctr"/>
            <a:r>
              <a:rPr lang="en-US"/>
              <a:t>Click icon to add picture</a:t>
            </a:r>
            <a:endParaRPr lang="en-ZA" dirty="0"/>
          </a:p>
        </p:txBody>
      </p:sp>
      <p:sp>
        <p:nvSpPr>
          <p:cNvPr id="19" name="Date Placeholder 2">
            <a:extLst>
              <a:ext uri="{FF2B5EF4-FFF2-40B4-BE49-F238E27FC236}">
                <a16:creationId xmlns:a16="http://schemas.microsoft.com/office/drawing/2014/main" id="{D798BE23-D422-4EB1-A64B-247490908929}"/>
              </a:ext>
            </a:extLst>
          </p:cNvPr>
          <p:cNvSpPr>
            <a:spLocks noGrp="1"/>
          </p:cNvSpPr>
          <p:nvPr>
            <p:ph type="dt" sz="half" idx="20"/>
          </p:nvPr>
        </p:nvSpPr>
        <p:spPr>
          <a:xfrm>
            <a:off x="838200" y="6356350"/>
            <a:ext cx="2743200" cy="365125"/>
          </a:xfrm>
        </p:spPr>
        <p:txBody>
          <a:bodyPr/>
          <a:lstStyle/>
          <a:p>
            <a:endParaRPr lang="en-US" dirty="0"/>
          </a:p>
        </p:txBody>
      </p:sp>
      <p:sp>
        <p:nvSpPr>
          <p:cNvPr id="20" name="Footer Placeholder 3">
            <a:extLst>
              <a:ext uri="{FF2B5EF4-FFF2-40B4-BE49-F238E27FC236}">
                <a16:creationId xmlns:a16="http://schemas.microsoft.com/office/drawing/2014/main" id="{4BF2994C-9A98-4FB0-B040-0D7D4EE7DBBB}"/>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26" name="Slide Number Placeholder 4">
            <a:extLst>
              <a:ext uri="{FF2B5EF4-FFF2-40B4-BE49-F238E27FC236}">
                <a16:creationId xmlns:a16="http://schemas.microsoft.com/office/drawing/2014/main" id="{96B5941B-782C-4ACF-AF36-8E21DA11A22E}"/>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3547620953"/>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with titl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9EDF1B-BFF2-495C-B3B8-4EE6F48140F0}"/>
              </a:ext>
            </a:extLst>
          </p:cNvPr>
          <p:cNvSpPr/>
          <p:nvPr userDrawn="1"/>
        </p:nvSpPr>
        <p:spPr>
          <a:xfrm>
            <a:off x="8412200"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629F2809-C0D4-4624-9BF4-7A5A02FC6504}"/>
              </a:ext>
            </a:extLst>
          </p:cNvPr>
          <p:cNvSpPr/>
          <p:nvPr userDrawn="1"/>
        </p:nvSpPr>
        <p:spPr>
          <a:xfrm>
            <a:off x="1034142"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FA38AFF1-A7FF-4F75-9E57-C1827806B34E}"/>
              </a:ext>
            </a:extLst>
          </p:cNvPr>
          <p:cNvSpPr/>
          <p:nvPr userDrawn="1"/>
        </p:nvSpPr>
        <p:spPr>
          <a:xfrm>
            <a:off x="4706975" y="3195400"/>
            <a:ext cx="2941600" cy="508000"/>
          </a:xfrm>
          <a:prstGeom prst="rect">
            <a:avLst/>
          </a:pr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034142"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dirty="0"/>
              <a:t>Title 1</a:t>
            </a:r>
            <a:endParaRPr lang="en-ZA" dirty="0"/>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034142"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5" name="Title 1">
            <a:extLst>
              <a:ext uri="{FF2B5EF4-FFF2-40B4-BE49-F238E27FC236}">
                <a16:creationId xmlns:a16="http://schemas.microsoft.com/office/drawing/2014/main" id="{4AA3FE14-6E13-47C9-A512-83A96F3DD002}"/>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6" name="Straight Connector 15">
            <a:extLst>
              <a:ext uri="{FF2B5EF4-FFF2-40B4-BE49-F238E27FC236}">
                <a16:creationId xmlns:a16="http://schemas.microsoft.com/office/drawing/2014/main" id="{2D83A9ED-5F19-4646-ADCE-C829C97154DC}"/>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 Placeholder 8">
            <a:extLst>
              <a:ext uri="{FF2B5EF4-FFF2-40B4-BE49-F238E27FC236}">
                <a16:creationId xmlns:a16="http://schemas.microsoft.com/office/drawing/2014/main" id="{6187F4BE-3AD3-4857-B0A9-A9285E52D819}"/>
              </a:ext>
            </a:extLst>
          </p:cNvPr>
          <p:cNvSpPr>
            <a:spLocks noGrp="1"/>
          </p:cNvSpPr>
          <p:nvPr>
            <p:ph type="body" sz="quarter" idx="43" hasCustomPrompt="1"/>
          </p:nvPr>
        </p:nvSpPr>
        <p:spPr>
          <a:xfrm>
            <a:off x="4706975"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a:t>Title 2</a:t>
            </a:r>
            <a:endParaRPr lang="en-ZA"/>
          </a:p>
        </p:txBody>
      </p:sp>
      <p:sp>
        <p:nvSpPr>
          <p:cNvPr id="21" name="Text Placeholder 10">
            <a:extLst>
              <a:ext uri="{FF2B5EF4-FFF2-40B4-BE49-F238E27FC236}">
                <a16:creationId xmlns:a16="http://schemas.microsoft.com/office/drawing/2014/main" id="{5F81158B-DA52-484D-8105-92B77E4DC466}"/>
              </a:ext>
            </a:extLst>
          </p:cNvPr>
          <p:cNvSpPr>
            <a:spLocks noGrp="1"/>
          </p:cNvSpPr>
          <p:nvPr>
            <p:ph type="body" sz="quarter" idx="44" hasCustomPrompt="1"/>
          </p:nvPr>
        </p:nvSpPr>
        <p:spPr>
          <a:xfrm>
            <a:off x="4706975"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23" name="Text Placeholder 8">
            <a:extLst>
              <a:ext uri="{FF2B5EF4-FFF2-40B4-BE49-F238E27FC236}">
                <a16:creationId xmlns:a16="http://schemas.microsoft.com/office/drawing/2014/main" id="{9AFDDE4E-007E-431B-937C-1B26959515F6}"/>
              </a:ext>
            </a:extLst>
          </p:cNvPr>
          <p:cNvSpPr>
            <a:spLocks noGrp="1"/>
          </p:cNvSpPr>
          <p:nvPr>
            <p:ph type="body" sz="quarter" idx="46" hasCustomPrompt="1"/>
          </p:nvPr>
        </p:nvSpPr>
        <p:spPr>
          <a:xfrm>
            <a:off x="8412200" y="3266159"/>
            <a:ext cx="2941600" cy="360000"/>
          </a:xfrm>
        </p:spPr>
        <p:txBody>
          <a:bodyPr anchor="ctr"/>
          <a:lstStyle>
            <a:lvl1pPr marL="0" indent="0" algn="ctr">
              <a:buFont typeface="Arial" panose="020B0604020202020204" pitchFamily="34" charset="0"/>
              <a:buNone/>
              <a:defRPr lang="en-US" sz="1800" kern="1200" cap="all" baseline="0" dirty="0">
                <a:solidFill>
                  <a:schemeClr val="bg1"/>
                </a:solidFill>
                <a:latin typeface="+mj-lt"/>
                <a:ea typeface="+mj-ea"/>
                <a:cs typeface="+mj-cs"/>
              </a:defRPr>
            </a:lvl1pPr>
          </a:lstStyle>
          <a:p>
            <a:pPr lvl="0"/>
            <a:r>
              <a:rPr lang="en-US"/>
              <a:t>Title 3</a:t>
            </a:r>
            <a:endParaRPr lang="en-ZA"/>
          </a:p>
        </p:txBody>
      </p:sp>
      <p:sp>
        <p:nvSpPr>
          <p:cNvPr id="24" name="Text Placeholder 10">
            <a:extLst>
              <a:ext uri="{FF2B5EF4-FFF2-40B4-BE49-F238E27FC236}">
                <a16:creationId xmlns:a16="http://schemas.microsoft.com/office/drawing/2014/main" id="{3B096111-A95B-402E-B431-43D852C9E2AD}"/>
              </a:ext>
            </a:extLst>
          </p:cNvPr>
          <p:cNvSpPr>
            <a:spLocks noGrp="1"/>
          </p:cNvSpPr>
          <p:nvPr>
            <p:ph type="body" sz="quarter" idx="47" hasCustomPrompt="1"/>
          </p:nvPr>
        </p:nvSpPr>
        <p:spPr>
          <a:xfrm>
            <a:off x="8412200" y="4117103"/>
            <a:ext cx="2941600" cy="1141882"/>
          </a:xfrm>
        </p:spPr>
        <p:txBody>
          <a:bodyPr>
            <a:normAutofit/>
          </a:bodyPr>
          <a:lstStyle>
            <a:lvl1pPr marL="0" indent="0" algn="ctr">
              <a:lnSpc>
                <a:spcPct val="150000"/>
              </a:lnSpc>
              <a:buNone/>
              <a:defRPr sz="1200">
                <a:solidFill>
                  <a:schemeClr val="tx1">
                    <a:lumMod val="75000"/>
                    <a:lumOff val="25000"/>
                  </a:schemeClr>
                </a:solidFill>
              </a:defRPr>
            </a:lvl1pPr>
          </a:lstStyle>
          <a:p>
            <a:pPr lvl="0"/>
            <a:r>
              <a:rPr lang="en-US"/>
              <a:t>Bullet Description</a:t>
            </a:r>
            <a:endParaRPr lang="en-ZA"/>
          </a:p>
        </p:txBody>
      </p:sp>
      <p:sp>
        <p:nvSpPr>
          <p:cNvPr id="18" name="Date Placeholder 2">
            <a:extLst>
              <a:ext uri="{FF2B5EF4-FFF2-40B4-BE49-F238E27FC236}">
                <a16:creationId xmlns:a16="http://schemas.microsoft.com/office/drawing/2014/main" id="{7EDA1598-95B9-4907-B9B9-46A0B9ACC8DA}"/>
              </a:ext>
            </a:extLst>
          </p:cNvPr>
          <p:cNvSpPr>
            <a:spLocks noGrp="1"/>
          </p:cNvSpPr>
          <p:nvPr>
            <p:ph type="dt" sz="half" idx="20"/>
          </p:nvPr>
        </p:nvSpPr>
        <p:spPr>
          <a:xfrm>
            <a:off x="838200" y="6356350"/>
            <a:ext cx="2743200" cy="365125"/>
          </a:xfrm>
        </p:spPr>
        <p:txBody>
          <a:bodyPr/>
          <a:lstStyle/>
          <a:p>
            <a:endParaRPr lang="en-US" dirty="0"/>
          </a:p>
        </p:txBody>
      </p:sp>
      <p:sp>
        <p:nvSpPr>
          <p:cNvPr id="19" name="Footer Placeholder 3">
            <a:extLst>
              <a:ext uri="{FF2B5EF4-FFF2-40B4-BE49-F238E27FC236}">
                <a16:creationId xmlns:a16="http://schemas.microsoft.com/office/drawing/2014/main" id="{63AF9C34-CC92-4EDC-9D5F-1FABCEB87400}"/>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20" name="Slide Number Placeholder 4">
            <a:extLst>
              <a:ext uri="{FF2B5EF4-FFF2-40B4-BE49-F238E27FC236}">
                <a16:creationId xmlns:a16="http://schemas.microsoft.com/office/drawing/2014/main" id="{EAEA54FD-376F-4285-9684-F9DFDE0B4727}"/>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1890367756"/>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E">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3744A1FD-A0F1-401C-BB06-4ACCF6AA058F}"/>
              </a:ext>
            </a:extLst>
          </p:cNvPr>
          <p:cNvSpPr/>
          <p:nvPr userDrawn="1"/>
        </p:nvSpPr>
        <p:spPr>
          <a:xfrm>
            <a:off x="0" y="2"/>
            <a:ext cx="5288281" cy="6858001"/>
          </a:xfrm>
          <a:custGeom>
            <a:avLst/>
            <a:gdLst>
              <a:gd name="connsiteX0" fmla="*/ 0 w 5288281"/>
              <a:gd name="connsiteY0" fmla="*/ 0 h 6858001"/>
              <a:gd name="connsiteX1" fmla="*/ 1707378 w 5288281"/>
              <a:gd name="connsiteY1" fmla="*/ 0 h 6858001"/>
              <a:gd name="connsiteX2" fmla="*/ 1707378 w 5288281"/>
              <a:gd name="connsiteY2" fmla="*/ 1511096 h 6858001"/>
              <a:gd name="connsiteX3" fmla="*/ 5288281 w 5288281"/>
              <a:gd name="connsiteY3" fmla="*/ 1511096 h 6858001"/>
              <a:gd name="connsiteX4" fmla="*/ 5288281 w 5288281"/>
              <a:gd name="connsiteY4" fmla="*/ 3253159 h 6858001"/>
              <a:gd name="connsiteX5" fmla="*/ 1707378 w 5288281"/>
              <a:gd name="connsiteY5" fmla="*/ 3253159 h 6858001"/>
              <a:gd name="connsiteX6" fmla="*/ 1707378 w 5288281"/>
              <a:gd name="connsiteY6" fmla="*/ 5115860 h 6858001"/>
              <a:gd name="connsiteX7" fmla="*/ 5272034 w 5288281"/>
              <a:gd name="connsiteY7" fmla="*/ 5115860 h 6858001"/>
              <a:gd name="connsiteX8" fmla="*/ 5272034 w 5288281"/>
              <a:gd name="connsiteY8" fmla="*/ 6858001 h 6858001"/>
              <a:gd name="connsiteX9" fmla="*/ 0 w 5288281"/>
              <a:gd name="connsiteY9" fmla="*/ 6858001 h 6858001"/>
              <a:gd name="connsiteX10" fmla="*/ 0 w 5288281"/>
              <a:gd name="connsiteY10"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281" h="6858001">
                <a:moveTo>
                  <a:pt x="0" y="0"/>
                </a:moveTo>
                <a:lnTo>
                  <a:pt x="1707378" y="0"/>
                </a:lnTo>
                <a:lnTo>
                  <a:pt x="1707378" y="1511096"/>
                </a:lnTo>
                <a:lnTo>
                  <a:pt x="5288281" y="1511096"/>
                </a:lnTo>
                <a:lnTo>
                  <a:pt x="5288281" y="3253159"/>
                </a:lnTo>
                <a:lnTo>
                  <a:pt x="1707378" y="3253159"/>
                </a:lnTo>
                <a:lnTo>
                  <a:pt x="1707378" y="5115860"/>
                </a:lnTo>
                <a:lnTo>
                  <a:pt x="5272034" y="5115860"/>
                </a:lnTo>
                <a:lnTo>
                  <a:pt x="5272034" y="6858001"/>
                </a:lnTo>
                <a:lnTo>
                  <a:pt x="0" y="6858001"/>
                </a:lnTo>
                <a:lnTo>
                  <a:pt x="0" y="0"/>
                </a:lnTo>
                <a:close/>
              </a:path>
            </a:pathLst>
          </a:custGeom>
          <a:gradFill>
            <a:gsLst>
              <a:gs pos="100000">
                <a:schemeClr val="accent2"/>
              </a:gs>
              <a:gs pos="8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31" name="Title 1">
            <a:extLst>
              <a:ext uri="{FF2B5EF4-FFF2-40B4-BE49-F238E27FC236}">
                <a16:creationId xmlns:a16="http://schemas.microsoft.com/office/drawing/2014/main" id="{B2DB8B03-EE62-48FF-8583-59DFBBEDA51B}"/>
              </a:ext>
            </a:extLst>
          </p:cNvPr>
          <p:cNvSpPr>
            <a:spLocks noGrp="1"/>
          </p:cNvSpPr>
          <p:nvPr>
            <p:ph type="title"/>
          </p:nvPr>
        </p:nvSpPr>
        <p:spPr>
          <a:xfrm>
            <a:off x="6903720" y="1419438"/>
            <a:ext cx="4450080" cy="924808"/>
          </a:xfrm>
        </p:spPr>
        <p:txBody>
          <a:bodyPr lIns="0" anchor="t">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3" name="Text Placeholder 8">
            <a:extLst>
              <a:ext uri="{FF2B5EF4-FFF2-40B4-BE49-F238E27FC236}">
                <a16:creationId xmlns:a16="http://schemas.microsoft.com/office/drawing/2014/main" id="{EAF98237-032C-4FA5-B76D-C29FB5F6FF7B}"/>
              </a:ext>
            </a:extLst>
          </p:cNvPr>
          <p:cNvSpPr>
            <a:spLocks noGrp="1"/>
          </p:cNvSpPr>
          <p:nvPr>
            <p:ph type="body" sz="quarter" idx="33" hasCustomPrompt="1"/>
          </p:nvPr>
        </p:nvSpPr>
        <p:spPr>
          <a:xfrm>
            <a:off x="7366082" y="3009550"/>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4" name="Text Placeholder 8">
            <a:extLst>
              <a:ext uri="{FF2B5EF4-FFF2-40B4-BE49-F238E27FC236}">
                <a16:creationId xmlns:a16="http://schemas.microsoft.com/office/drawing/2014/main" id="{44353DAE-0553-4AB4-8929-C4F0C1424E10}"/>
              </a:ext>
            </a:extLst>
          </p:cNvPr>
          <p:cNvSpPr>
            <a:spLocks noGrp="1"/>
          </p:cNvSpPr>
          <p:nvPr>
            <p:ph type="body" sz="quarter" idx="34" hasCustomPrompt="1"/>
          </p:nvPr>
        </p:nvSpPr>
        <p:spPr>
          <a:xfrm>
            <a:off x="7366082" y="4017086"/>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5" name="Text Placeholder 8">
            <a:extLst>
              <a:ext uri="{FF2B5EF4-FFF2-40B4-BE49-F238E27FC236}">
                <a16:creationId xmlns:a16="http://schemas.microsoft.com/office/drawing/2014/main" id="{9651CB4B-B007-4E99-9371-20279E8FF7BF}"/>
              </a:ext>
            </a:extLst>
          </p:cNvPr>
          <p:cNvSpPr>
            <a:spLocks noGrp="1"/>
          </p:cNvSpPr>
          <p:nvPr>
            <p:ph type="body" sz="quarter" idx="35" hasCustomPrompt="1"/>
          </p:nvPr>
        </p:nvSpPr>
        <p:spPr>
          <a:xfrm>
            <a:off x="7366082" y="4957948"/>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6" name="Text Placeholder 8">
            <a:extLst>
              <a:ext uri="{FF2B5EF4-FFF2-40B4-BE49-F238E27FC236}">
                <a16:creationId xmlns:a16="http://schemas.microsoft.com/office/drawing/2014/main" id="{C0437717-0C1B-4589-AEF7-D8E934F41193}"/>
              </a:ext>
            </a:extLst>
          </p:cNvPr>
          <p:cNvSpPr>
            <a:spLocks noGrp="1"/>
          </p:cNvSpPr>
          <p:nvPr>
            <p:ph type="body" sz="quarter" idx="36" hasCustomPrompt="1"/>
          </p:nvPr>
        </p:nvSpPr>
        <p:spPr>
          <a:xfrm>
            <a:off x="6903720" y="2816574"/>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39" name="Text Placeholder 8">
            <a:extLst>
              <a:ext uri="{FF2B5EF4-FFF2-40B4-BE49-F238E27FC236}">
                <a16:creationId xmlns:a16="http://schemas.microsoft.com/office/drawing/2014/main" id="{BE01B6B4-5A67-4429-A312-A531EC3BF427}"/>
              </a:ext>
            </a:extLst>
          </p:cNvPr>
          <p:cNvSpPr>
            <a:spLocks noGrp="1"/>
          </p:cNvSpPr>
          <p:nvPr>
            <p:ph type="body" sz="quarter" idx="37" hasCustomPrompt="1"/>
          </p:nvPr>
        </p:nvSpPr>
        <p:spPr>
          <a:xfrm>
            <a:off x="6903720" y="3805802"/>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0" name="Text Placeholder 8">
            <a:extLst>
              <a:ext uri="{FF2B5EF4-FFF2-40B4-BE49-F238E27FC236}">
                <a16:creationId xmlns:a16="http://schemas.microsoft.com/office/drawing/2014/main" id="{1673722D-82CF-4D94-9D83-D95A8DE5ACEA}"/>
              </a:ext>
            </a:extLst>
          </p:cNvPr>
          <p:cNvSpPr>
            <a:spLocks noGrp="1"/>
          </p:cNvSpPr>
          <p:nvPr>
            <p:ph type="body" sz="quarter" idx="38" hasCustomPrompt="1"/>
          </p:nvPr>
        </p:nvSpPr>
        <p:spPr>
          <a:xfrm>
            <a:off x="6903721" y="4795030"/>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1" name="Text Placeholder 18">
            <a:extLst>
              <a:ext uri="{FF2B5EF4-FFF2-40B4-BE49-F238E27FC236}">
                <a16:creationId xmlns:a16="http://schemas.microsoft.com/office/drawing/2014/main" id="{05767D4F-E20C-4F37-B411-A7F221B6A854}"/>
              </a:ext>
            </a:extLst>
          </p:cNvPr>
          <p:cNvSpPr>
            <a:spLocks noGrp="1"/>
          </p:cNvSpPr>
          <p:nvPr>
            <p:ph type="body" sz="quarter" idx="28" hasCustomPrompt="1"/>
          </p:nvPr>
        </p:nvSpPr>
        <p:spPr>
          <a:xfrm>
            <a:off x="8629106" y="3058998"/>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2" name="Text Placeholder 18">
            <a:extLst>
              <a:ext uri="{FF2B5EF4-FFF2-40B4-BE49-F238E27FC236}">
                <a16:creationId xmlns:a16="http://schemas.microsoft.com/office/drawing/2014/main" id="{BB90A96A-A614-41C0-9759-F6C15AE6806E}"/>
              </a:ext>
            </a:extLst>
          </p:cNvPr>
          <p:cNvSpPr>
            <a:spLocks noGrp="1"/>
          </p:cNvSpPr>
          <p:nvPr>
            <p:ph type="body" sz="quarter" idx="39" hasCustomPrompt="1"/>
          </p:nvPr>
        </p:nvSpPr>
        <p:spPr>
          <a:xfrm>
            <a:off x="8629106" y="4069174"/>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3" name="Text Placeholder 18">
            <a:extLst>
              <a:ext uri="{FF2B5EF4-FFF2-40B4-BE49-F238E27FC236}">
                <a16:creationId xmlns:a16="http://schemas.microsoft.com/office/drawing/2014/main" id="{983AE7FC-57B1-4AB3-8EAA-A85904DBBE97}"/>
              </a:ext>
            </a:extLst>
          </p:cNvPr>
          <p:cNvSpPr>
            <a:spLocks noGrp="1"/>
          </p:cNvSpPr>
          <p:nvPr>
            <p:ph type="body" sz="quarter" idx="40" hasCustomPrompt="1"/>
          </p:nvPr>
        </p:nvSpPr>
        <p:spPr>
          <a:xfrm>
            <a:off x="8629106" y="5011206"/>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15" name="Date Placeholder 1">
            <a:extLst>
              <a:ext uri="{FF2B5EF4-FFF2-40B4-BE49-F238E27FC236}">
                <a16:creationId xmlns:a16="http://schemas.microsoft.com/office/drawing/2014/main" id="{8AECD175-60EB-459F-BA4C-8E4DE7BC0185}"/>
              </a:ext>
            </a:extLst>
          </p:cNvPr>
          <p:cNvSpPr>
            <a:spLocks noGrp="1"/>
          </p:cNvSpPr>
          <p:nvPr>
            <p:ph type="dt" sz="half" idx="10"/>
          </p:nvPr>
        </p:nvSpPr>
        <p:spPr>
          <a:xfrm>
            <a:off x="838200" y="6356350"/>
            <a:ext cx="2743200" cy="365125"/>
          </a:xfrm>
        </p:spPr>
        <p:txBody>
          <a:bodyPr/>
          <a:lstStyle>
            <a:lvl1pPr>
              <a:defRPr>
                <a:solidFill>
                  <a:schemeClr val="tx1"/>
                </a:solidFill>
              </a:defRPr>
            </a:lvl1pPr>
          </a:lstStyle>
          <a:p>
            <a:r>
              <a:rPr lang="en-US" dirty="0"/>
              <a:t>1/7/20XX</a:t>
            </a:r>
          </a:p>
        </p:txBody>
      </p:sp>
      <p:sp>
        <p:nvSpPr>
          <p:cNvPr id="16" name="Footer Placeholder 2">
            <a:extLst>
              <a:ext uri="{FF2B5EF4-FFF2-40B4-BE49-F238E27FC236}">
                <a16:creationId xmlns:a16="http://schemas.microsoft.com/office/drawing/2014/main" id="{2180FF4C-4A98-4E30-B414-026CEECAE26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7" name="Slide Number Placeholder 7">
            <a:extLst>
              <a:ext uri="{FF2B5EF4-FFF2-40B4-BE49-F238E27FC236}">
                <a16:creationId xmlns:a16="http://schemas.microsoft.com/office/drawing/2014/main" id="{9498BBC0-E864-44E0-8C60-D13DC062BF91}"/>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t>‹#›</a:t>
            </a:fld>
            <a:endParaRPr lang="en-US" dirty="0"/>
          </a:p>
        </p:txBody>
      </p:sp>
    </p:spTree>
    <p:extLst>
      <p:ext uri="{BB962C8B-B14F-4D97-AF65-F5344CB8AC3E}">
        <p14:creationId xmlns:p14="http://schemas.microsoft.com/office/powerpoint/2010/main" val="1561310622"/>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extLst>
    <p:ext uri="{DCECCB84-F9BA-43D5-87BE-67443E8EF086}">
      <p15:sldGuideLst xmlns:p15="http://schemas.microsoft.com/office/powerpoint/2012/main">
        <p15:guide id="1" orient="horz" pos="20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pic E">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1FBFD526-F385-422D-A7A7-BCE72D8141B2}"/>
              </a:ext>
            </a:extLst>
          </p:cNvPr>
          <p:cNvSpPr>
            <a:spLocks noGrp="1"/>
          </p:cNvSpPr>
          <p:nvPr>
            <p:ph type="pic" sz="quarter" idx="41"/>
          </p:nvPr>
        </p:nvSpPr>
        <p:spPr>
          <a:xfrm>
            <a:off x="0" y="3"/>
            <a:ext cx="5288281" cy="6857999"/>
          </a:xfrm>
          <a:custGeom>
            <a:avLst/>
            <a:gdLst>
              <a:gd name="connsiteX0" fmla="*/ 0 w 5288281"/>
              <a:gd name="connsiteY0" fmla="*/ 0 h 6857999"/>
              <a:gd name="connsiteX1" fmla="*/ 1707378 w 5288281"/>
              <a:gd name="connsiteY1" fmla="*/ 0 h 6857999"/>
              <a:gd name="connsiteX2" fmla="*/ 1707378 w 5288281"/>
              <a:gd name="connsiteY2" fmla="*/ 1511096 h 6857999"/>
              <a:gd name="connsiteX3" fmla="*/ 5288281 w 5288281"/>
              <a:gd name="connsiteY3" fmla="*/ 1511096 h 6857999"/>
              <a:gd name="connsiteX4" fmla="*/ 5288281 w 5288281"/>
              <a:gd name="connsiteY4" fmla="*/ 3253159 h 6857999"/>
              <a:gd name="connsiteX5" fmla="*/ 1707378 w 5288281"/>
              <a:gd name="connsiteY5" fmla="*/ 3253159 h 6857999"/>
              <a:gd name="connsiteX6" fmla="*/ 1707378 w 5288281"/>
              <a:gd name="connsiteY6" fmla="*/ 5115860 h 6857999"/>
              <a:gd name="connsiteX7" fmla="*/ 5272034 w 5288281"/>
              <a:gd name="connsiteY7" fmla="*/ 5115860 h 6857999"/>
              <a:gd name="connsiteX8" fmla="*/ 5272034 w 5288281"/>
              <a:gd name="connsiteY8" fmla="*/ 6857999 h 6857999"/>
              <a:gd name="connsiteX9" fmla="*/ 0 w 5288281"/>
              <a:gd name="connsiteY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8281" h="6857999">
                <a:moveTo>
                  <a:pt x="0" y="0"/>
                </a:moveTo>
                <a:lnTo>
                  <a:pt x="1707378" y="0"/>
                </a:lnTo>
                <a:lnTo>
                  <a:pt x="1707378" y="1511096"/>
                </a:lnTo>
                <a:lnTo>
                  <a:pt x="5288281" y="1511096"/>
                </a:lnTo>
                <a:lnTo>
                  <a:pt x="5288281" y="3253159"/>
                </a:lnTo>
                <a:lnTo>
                  <a:pt x="1707378" y="3253159"/>
                </a:lnTo>
                <a:lnTo>
                  <a:pt x="1707378" y="5115860"/>
                </a:lnTo>
                <a:lnTo>
                  <a:pt x="5272034" y="5115860"/>
                </a:lnTo>
                <a:lnTo>
                  <a:pt x="5272034" y="6857999"/>
                </a:lnTo>
                <a:lnTo>
                  <a:pt x="0" y="6857999"/>
                </a:lnTo>
                <a:close/>
              </a:path>
            </a:pathLst>
          </a:custGeom>
        </p:spPr>
        <p:txBody>
          <a:bodyPr wrap="square" anchor="ctr">
            <a:noAutofit/>
          </a:bodyPr>
          <a:lstStyle>
            <a:lvl1pPr marL="0" indent="0" algn="ctr">
              <a:buNone/>
              <a:defRPr/>
            </a:lvl1pPr>
          </a:lstStyle>
          <a:p>
            <a:r>
              <a:rPr lang="en-US"/>
              <a:t>Click icon to add picture</a:t>
            </a:r>
            <a:endParaRPr lang="en-US" dirty="0"/>
          </a:p>
        </p:txBody>
      </p:sp>
      <p:sp>
        <p:nvSpPr>
          <p:cNvPr id="31" name="Title 1">
            <a:extLst>
              <a:ext uri="{FF2B5EF4-FFF2-40B4-BE49-F238E27FC236}">
                <a16:creationId xmlns:a16="http://schemas.microsoft.com/office/drawing/2014/main" id="{B2DB8B03-EE62-48FF-8583-59DFBBEDA51B}"/>
              </a:ext>
            </a:extLst>
          </p:cNvPr>
          <p:cNvSpPr>
            <a:spLocks noGrp="1"/>
          </p:cNvSpPr>
          <p:nvPr>
            <p:ph type="title"/>
          </p:nvPr>
        </p:nvSpPr>
        <p:spPr>
          <a:xfrm>
            <a:off x="6903720" y="1419438"/>
            <a:ext cx="4450080" cy="924808"/>
          </a:xfrm>
        </p:spPr>
        <p:txBody>
          <a:bodyPr lIns="0" anchor="t">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3" name="Text Placeholder 8">
            <a:extLst>
              <a:ext uri="{FF2B5EF4-FFF2-40B4-BE49-F238E27FC236}">
                <a16:creationId xmlns:a16="http://schemas.microsoft.com/office/drawing/2014/main" id="{EAF98237-032C-4FA5-B76D-C29FB5F6FF7B}"/>
              </a:ext>
            </a:extLst>
          </p:cNvPr>
          <p:cNvSpPr>
            <a:spLocks noGrp="1"/>
          </p:cNvSpPr>
          <p:nvPr>
            <p:ph type="body" sz="quarter" idx="33" hasCustomPrompt="1"/>
          </p:nvPr>
        </p:nvSpPr>
        <p:spPr>
          <a:xfrm>
            <a:off x="7366082" y="3009550"/>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4" name="Text Placeholder 8">
            <a:extLst>
              <a:ext uri="{FF2B5EF4-FFF2-40B4-BE49-F238E27FC236}">
                <a16:creationId xmlns:a16="http://schemas.microsoft.com/office/drawing/2014/main" id="{44353DAE-0553-4AB4-8929-C4F0C1424E10}"/>
              </a:ext>
            </a:extLst>
          </p:cNvPr>
          <p:cNvSpPr>
            <a:spLocks noGrp="1"/>
          </p:cNvSpPr>
          <p:nvPr>
            <p:ph type="body" sz="quarter" idx="34" hasCustomPrompt="1"/>
          </p:nvPr>
        </p:nvSpPr>
        <p:spPr>
          <a:xfrm>
            <a:off x="7366082" y="4017086"/>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5" name="Text Placeholder 8">
            <a:extLst>
              <a:ext uri="{FF2B5EF4-FFF2-40B4-BE49-F238E27FC236}">
                <a16:creationId xmlns:a16="http://schemas.microsoft.com/office/drawing/2014/main" id="{9651CB4B-B007-4E99-9371-20279E8FF7BF}"/>
              </a:ext>
            </a:extLst>
          </p:cNvPr>
          <p:cNvSpPr>
            <a:spLocks noGrp="1"/>
          </p:cNvSpPr>
          <p:nvPr>
            <p:ph type="body" sz="quarter" idx="35" hasCustomPrompt="1"/>
          </p:nvPr>
        </p:nvSpPr>
        <p:spPr>
          <a:xfrm>
            <a:off x="7366082" y="4957948"/>
            <a:ext cx="1254314" cy="360000"/>
          </a:xfrm>
        </p:spPr>
        <p:txBody>
          <a:bodyPr anchor="ctr"/>
          <a:lstStyle>
            <a:lvl1pPr marL="0" indent="0" algn="l">
              <a:buFont typeface="Arial" panose="020B0604020202020204" pitchFamily="34" charset="0"/>
              <a:buNone/>
              <a:defRPr lang="en-US" sz="1800" kern="1200" cap="all" baseline="0" dirty="0">
                <a:solidFill>
                  <a:schemeClr val="accent1"/>
                </a:solidFill>
                <a:latin typeface="+mj-lt"/>
                <a:ea typeface="+mj-ea"/>
                <a:cs typeface="+mj-cs"/>
              </a:defRPr>
            </a:lvl1pPr>
          </a:lstStyle>
          <a:p>
            <a:pPr lvl="0"/>
            <a:r>
              <a:rPr lang="en-US"/>
              <a:t>Bullet 1</a:t>
            </a:r>
            <a:endParaRPr lang="en-ZA"/>
          </a:p>
        </p:txBody>
      </p:sp>
      <p:sp>
        <p:nvSpPr>
          <p:cNvPr id="36" name="Text Placeholder 8">
            <a:extLst>
              <a:ext uri="{FF2B5EF4-FFF2-40B4-BE49-F238E27FC236}">
                <a16:creationId xmlns:a16="http://schemas.microsoft.com/office/drawing/2014/main" id="{C0437717-0C1B-4589-AEF7-D8E934F41193}"/>
              </a:ext>
            </a:extLst>
          </p:cNvPr>
          <p:cNvSpPr>
            <a:spLocks noGrp="1"/>
          </p:cNvSpPr>
          <p:nvPr>
            <p:ph type="body" sz="quarter" idx="36" hasCustomPrompt="1"/>
          </p:nvPr>
        </p:nvSpPr>
        <p:spPr>
          <a:xfrm>
            <a:off x="6903720" y="2816574"/>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39" name="Text Placeholder 8">
            <a:extLst>
              <a:ext uri="{FF2B5EF4-FFF2-40B4-BE49-F238E27FC236}">
                <a16:creationId xmlns:a16="http://schemas.microsoft.com/office/drawing/2014/main" id="{BE01B6B4-5A67-4429-A312-A531EC3BF427}"/>
              </a:ext>
            </a:extLst>
          </p:cNvPr>
          <p:cNvSpPr>
            <a:spLocks noGrp="1"/>
          </p:cNvSpPr>
          <p:nvPr>
            <p:ph type="body" sz="quarter" idx="37" hasCustomPrompt="1"/>
          </p:nvPr>
        </p:nvSpPr>
        <p:spPr>
          <a:xfrm>
            <a:off x="6903720" y="3805802"/>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0" name="Text Placeholder 8">
            <a:extLst>
              <a:ext uri="{FF2B5EF4-FFF2-40B4-BE49-F238E27FC236}">
                <a16:creationId xmlns:a16="http://schemas.microsoft.com/office/drawing/2014/main" id="{1673722D-82CF-4D94-9D83-D95A8DE5ACEA}"/>
              </a:ext>
            </a:extLst>
          </p:cNvPr>
          <p:cNvSpPr>
            <a:spLocks noGrp="1"/>
          </p:cNvSpPr>
          <p:nvPr>
            <p:ph type="body" sz="quarter" idx="38" hasCustomPrompt="1"/>
          </p:nvPr>
        </p:nvSpPr>
        <p:spPr>
          <a:xfrm>
            <a:off x="6903721" y="4795030"/>
            <a:ext cx="561421" cy="627254"/>
          </a:xfrm>
        </p:spPr>
        <p:txBody>
          <a:bodyPr anchor="ctr">
            <a:noAutofit/>
          </a:bodyPr>
          <a:lstStyle>
            <a:lvl1pPr marL="0" indent="0" algn="l">
              <a:buFont typeface="Arial" panose="020B0604020202020204" pitchFamily="34" charset="0"/>
              <a:buNone/>
              <a:defRPr lang="en-US" sz="4400" b="1" kern="1200" cap="all" baseline="0" dirty="0">
                <a:solidFill>
                  <a:schemeClr val="accent1"/>
                </a:solidFill>
                <a:latin typeface="+mj-lt"/>
                <a:ea typeface="+mj-ea"/>
                <a:cs typeface="+mj-cs"/>
              </a:defRPr>
            </a:lvl1pPr>
          </a:lstStyle>
          <a:p>
            <a:pPr lvl="0"/>
            <a:r>
              <a:rPr lang="en-US"/>
              <a:t>#</a:t>
            </a:r>
            <a:endParaRPr lang="en-ZA"/>
          </a:p>
        </p:txBody>
      </p:sp>
      <p:sp>
        <p:nvSpPr>
          <p:cNvPr id="41" name="Text Placeholder 18">
            <a:extLst>
              <a:ext uri="{FF2B5EF4-FFF2-40B4-BE49-F238E27FC236}">
                <a16:creationId xmlns:a16="http://schemas.microsoft.com/office/drawing/2014/main" id="{05767D4F-E20C-4F37-B411-A7F221B6A854}"/>
              </a:ext>
            </a:extLst>
          </p:cNvPr>
          <p:cNvSpPr>
            <a:spLocks noGrp="1"/>
          </p:cNvSpPr>
          <p:nvPr>
            <p:ph type="body" sz="quarter" idx="28" hasCustomPrompt="1"/>
          </p:nvPr>
        </p:nvSpPr>
        <p:spPr>
          <a:xfrm>
            <a:off x="8629106" y="3074238"/>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2" name="Text Placeholder 18">
            <a:extLst>
              <a:ext uri="{FF2B5EF4-FFF2-40B4-BE49-F238E27FC236}">
                <a16:creationId xmlns:a16="http://schemas.microsoft.com/office/drawing/2014/main" id="{BB90A96A-A614-41C0-9759-F6C15AE6806E}"/>
              </a:ext>
            </a:extLst>
          </p:cNvPr>
          <p:cNvSpPr>
            <a:spLocks noGrp="1"/>
          </p:cNvSpPr>
          <p:nvPr>
            <p:ph type="body" sz="quarter" idx="39" hasCustomPrompt="1"/>
          </p:nvPr>
        </p:nvSpPr>
        <p:spPr>
          <a:xfrm>
            <a:off x="8629106" y="4074889"/>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43" name="Text Placeholder 18">
            <a:extLst>
              <a:ext uri="{FF2B5EF4-FFF2-40B4-BE49-F238E27FC236}">
                <a16:creationId xmlns:a16="http://schemas.microsoft.com/office/drawing/2014/main" id="{983AE7FC-57B1-4AB3-8EAA-A85904DBBE97}"/>
              </a:ext>
            </a:extLst>
          </p:cNvPr>
          <p:cNvSpPr>
            <a:spLocks noGrp="1"/>
          </p:cNvSpPr>
          <p:nvPr>
            <p:ph type="body" sz="quarter" idx="40" hasCustomPrompt="1"/>
          </p:nvPr>
        </p:nvSpPr>
        <p:spPr>
          <a:xfrm>
            <a:off x="8629106" y="5016921"/>
            <a:ext cx="2427514" cy="715169"/>
          </a:xfrm>
        </p:spPr>
        <p:txBody>
          <a:bodyPr lIns="0" anchor="t">
            <a:normAutofit/>
          </a:bodyPr>
          <a:lstStyle>
            <a:lvl1pPr marL="0" indent="0">
              <a:lnSpc>
                <a:spcPct val="100000"/>
              </a:lnSpc>
              <a:buFont typeface="Arial" panose="020B0604020202020204" pitchFamily="34" charset="0"/>
              <a:buNone/>
              <a:defRPr sz="1200">
                <a:solidFill>
                  <a:schemeClr val="tx2"/>
                </a:solidFill>
              </a:defRPr>
            </a:lvl1pPr>
          </a:lstStyle>
          <a:p>
            <a:pPr lvl="0"/>
            <a:r>
              <a:rPr lang="en-US"/>
              <a:t>Click to add text</a:t>
            </a:r>
          </a:p>
        </p:txBody>
      </p:sp>
      <p:sp>
        <p:nvSpPr>
          <p:cNvPr id="15" name="Date Placeholder 1">
            <a:extLst>
              <a:ext uri="{FF2B5EF4-FFF2-40B4-BE49-F238E27FC236}">
                <a16:creationId xmlns:a16="http://schemas.microsoft.com/office/drawing/2014/main" id="{8AECD175-60EB-459F-BA4C-8E4DE7BC0185}"/>
              </a:ext>
            </a:extLst>
          </p:cNvPr>
          <p:cNvSpPr>
            <a:spLocks noGrp="1"/>
          </p:cNvSpPr>
          <p:nvPr>
            <p:ph type="dt" sz="half" idx="10"/>
          </p:nvPr>
        </p:nvSpPr>
        <p:spPr>
          <a:xfrm>
            <a:off x="838200" y="6356350"/>
            <a:ext cx="2743200" cy="365125"/>
          </a:xfrm>
        </p:spPr>
        <p:txBody>
          <a:bodyPr/>
          <a:lstStyle>
            <a:lvl1pPr>
              <a:defRPr>
                <a:solidFill>
                  <a:schemeClr val="tx1"/>
                </a:solidFill>
              </a:defRPr>
            </a:lvl1pPr>
          </a:lstStyle>
          <a:p>
            <a:r>
              <a:rPr lang="en-US" dirty="0"/>
              <a:t>1/7/20XX</a:t>
            </a:r>
          </a:p>
        </p:txBody>
      </p:sp>
      <p:sp>
        <p:nvSpPr>
          <p:cNvPr id="16" name="Footer Placeholder 2">
            <a:extLst>
              <a:ext uri="{FF2B5EF4-FFF2-40B4-BE49-F238E27FC236}">
                <a16:creationId xmlns:a16="http://schemas.microsoft.com/office/drawing/2014/main" id="{2180FF4C-4A98-4E30-B414-026CEECAE26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7" name="Slide Number Placeholder 7">
            <a:extLst>
              <a:ext uri="{FF2B5EF4-FFF2-40B4-BE49-F238E27FC236}">
                <a16:creationId xmlns:a16="http://schemas.microsoft.com/office/drawing/2014/main" id="{9498BBC0-E864-44E0-8C60-D13DC062BF91}"/>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t>‹#›</a:t>
            </a:fld>
            <a:endParaRPr lang="en-US" dirty="0"/>
          </a:p>
        </p:txBody>
      </p:sp>
    </p:spTree>
    <p:extLst>
      <p:ext uri="{BB962C8B-B14F-4D97-AF65-F5344CB8AC3E}">
        <p14:creationId xmlns:p14="http://schemas.microsoft.com/office/powerpoint/2010/main" val="761290837"/>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extLst>
    <p:ext uri="{DCECCB84-F9BA-43D5-87BE-67443E8EF086}">
      <p15:sldGuideLst xmlns:p15="http://schemas.microsoft.com/office/powerpoint/2012/main">
        <p15:guide id="1" orient="horz" pos="20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with titl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4F48E-4E21-421F-A044-1D5C607BF74F}"/>
              </a:ext>
            </a:extLst>
          </p:cNvPr>
          <p:cNvSpPr>
            <a:spLocks noGrp="1"/>
          </p:cNvSpPr>
          <p:nvPr>
            <p:ph sz="half" idx="1"/>
          </p:nvPr>
        </p:nvSpPr>
        <p:spPr>
          <a:xfrm>
            <a:off x="838200"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70E23-CF91-4792-9B98-182E6804BBC6}"/>
              </a:ext>
            </a:extLst>
          </p:cNvPr>
          <p:cNvSpPr>
            <a:spLocks noGrp="1"/>
          </p:cNvSpPr>
          <p:nvPr>
            <p:ph sz="half" idx="2"/>
          </p:nvPr>
        </p:nvSpPr>
        <p:spPr>
          <a:xfrm>
            <a:off x="7239003" y="3429000"/>
            <a:ext cx="4114797" cy="2747962"/>
          </a:xfrm>
        </p:spPr>
        <p:txBody>
          <a:bodyPr>
            <a:normAutofit/>
          </a:bodyPr>
          <a:lstStyle>
            <a:lvl1pPr marL="0" indent="0">
              <a:lnSpc>
                <a:spcPct val="150000"/>
              </a:lnSpc>
              <a:buNone/>
              <a:defRPr sz="1200"/>
            </a:lvl1pPr>
            <a:lvl2pPr marL="457200" indent="0">
              <a:lnSpc>
                <a:spcPct val="150000"/>
              </a:lnSpc>
              <a:buNone/>
              <a:defRPr sz="1200"/>
            </a:lvl2pPr>
            <a:lvl3pPr marL="914400" indent="0">
              <a:lnSpc>
                <a:spcPct val="150000"/>
              </a:lnSpc>
              <a:buNone/>
              <a:defRPr sz="1200"/>
            </a:lvl3pPr>
            <a:lvl4pPr marL="1371600" indent="0">
              <a:lnSpc>
                <a:spcPct val="150000"/>
              </a:lnSpc>
              <a:buNone/>
              <a:defRPr sz="1200"/>
            </a:lvl4pPr>
            <a:lvl5pPr marL="1828800" indent="0">
              <a:lnSpc>
                <a:spcPct val="1500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A2875-2896-4182-BA30-FB502AC9806D}"/>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6F72769E-89D2-4868-B2CF-A0759A62CD34}"/>
              </a:ext>
            </a:extLst>
          </p:cNvPr>
          <p:cNvSpPr>
            <a:spLocks noGrp="1"/>
          </p:cNvSpPr>
          <p:nvPr>
            <p:ph type="sldNum" sz="quarter" idx="12"/>
          </p:nvPr>
        </p:nvSpPr>
        <p:spPr>
          <a:xfrm>
            <a:off x="10477500" y="6356350"/>
            <a:ext cx="876300" cy="365125"/>
          </a:xfrm>
        </p:spPr>
        <p:txBody>
          <a:bodyPr/>
          <a:lstStyle/>
          <a:p>
            <a:fld id="{9FF96520-E4CE-4EAD-8ABF-1D2297D6B3AA}" type="slidenum">
              <a:rPr lang="en-US" smtClean="0"/>
              <a:t>‹#›</a:t>
            </a:fld>
            <a:endParaRPr lang="en-US" dirty="0"/>
          </a:p>
        </p:txBody>
      </p:sp>
      <p:sp>
        <p:nvSpPr>
          <p:cNvPr id="8" name="Title 1">
            <a:extLst>
              <a:ext uri="{FF2B5EF4-FFF2-40B4-BE49-F238E27FC236}">
                <a16:creationId xmlns:a16="http://schemas.microsoft.com/office/drawing/2014/main" id="{E0011F19-A2C9-4F67-A7F1-592B85FFBAC8}"/>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0" name="Straight Connector 9">
            <a:extLst>
              <a:ext uri="{FF2B5EF4-FFF2-40B4-BE49-F238E27FC236}">
                <a16:creationId xmlns:a16="http://schemas.microsoft.com/office/drawing/2014/main" id="{C7C8CFDC-095C-4312-A01D-7430D1FEAA6F}"/>
              </a:ext>
            </a:extLst>
          </p:cNvPr>
          <p:cNvCxnSpPr>
            <a:cxnSpLocks/>
          </p:cNvCxnSpPr>
          <p:nvPr userDrawn="1"/>
        </p:nvCxnSpPr>
        <p:spPr>
          <a:xfrm>
            <a:off x="6096000" y="2603500"/>
            <a:ext cx="0" cy="42545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DE385DE-9334-4CED-AD7E-F63A320B0512}"/>
              </a:ext>
            </a:extLst>
          </p:cNvPr>
          <p:cNvSpPr/>
          <p:nvPr userDrawn="1"/>
        </p:nvSpPr>
        <p:spPr>
          <a:xfrm>
            <a:off x="0" y="2324100"/>
            <a:ext cx="12192000" cy="633411"/>
          </a:xfrm>
          <a:prstGeom prst="rect">
            <a:avLst/>
          </a:prstGeom>
          <a:gradFill>
            <a:gsLst>
              <a:gs pos="0">
                <a:schemeClr val="accent1"/>
              </a:gs>
              <a:gs pos="100000">
                <a:schemeClr val="accent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211839B3-0E6A-4750-8862-3A55B0FEF98F}"/>
              </a:ext>
            </a:extLst>
          </p:cNvPr>
          <p:cNvSpPr>
            <a:spLocks noGrp="1"/>
          </p:cNvSpPr>
          <p:nvPr>
            <p:ph type="body" idx="13"/>
          </p:nvPr>
        </p:nvSpPr>
        <p:spPr>
          <a:xfrm>
            <a:off x="838201" y="2413000"/>
            <a:ext cx="4114795"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E72DA832-BD58-447B-A20E-EA3A7F4EAFF0}"/>
              </a:ext>
            </a:extLst>
          </p:cNvPr>
          <p:cNvSpPr>
            <a:spLocks noGrp="1"/>
          </p:cNvSpPr>
          <p:nvPr>
            <p:ph type="body" idx="14"/>
          </p:nvPr>
        </p:nvSpPr>
        <p:spPr>
          <a:xfrm>
            <a:off x="7239003" y="2413000"/>
            <a:ext cx="4114797" cy="493710"/>
          </a:xfrm>
        </p:spPr>
        <p:txBody>
          <a:bodyPr anchor="ctr">
            <a:normAutofit/>
          </a:bodyPr>
          <a:lstStyle>
            <a:lvl1pPr marL="0" indent="0" algn="ctr">
              <a:buNone/>
              <a:defRPr lang="en-US" sz="1800" kern="1200" cap="all" baseline="0" dirty="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Footer Placeholder 7">
            <a:extLst>
              <a:ext uri="{FF2B5EF4-FFF2-40B4-BE49-F238E27FC236}">
                <a16:creationId xmlns:a16="http://schemas.microsoft.com/office/drawing/2014/main" id="{64EBCEB5-BD23-4BD0-BB31-DF6A631D5996}"/>
              </a:ext>
            </a:extLst>
          </p:cNvPr>
          <p:cNvSpPr>
            <a:spLocks noGrp="1"/>
          </p:cNvSpPr>
          <p:nvPr>
            <p:ph type="ftr" sz="quarter" idx="11"/>
          </p:nvPr>
        </p:nvSpPr>
        <p:spPr>
          <a:xfrm>
            <a:off x="7239002" y="6356350"/>
            <a:ext cx="3038469" cy="365125"/>
          </a:xfrm>
        </p:spPr>
        <p:txBody>
          <a:bodyPr/>
          <a:lstStyle>
            <a:lvl1pPr algn="l">
              <a:defRPr/>
            </a:lvl1pPr>
          </a:lstStyle>
          <a:p>
            <a:r>
              <a:rPr lang="en-US" dirty="0"/>
              <a:t>Pitch deck</a:t>
            </a:r>
          </a:p>
        </p:txBody>
      </p:sp>
    </p:spTree>
    <p:extLst>
      <p:ext uri="{BB962C8B-B14F-4D97-AF65-F5344CB8AC3E}">
        <p14:creationId xmlns:p14="http://schemas.microsoft.com/office/powerpoint/2010/main" val="3348445609"/>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mpetition graph">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5E76CB6B-E48D-49FA-A36C-98878AB0E7F3}"/>
              </a:ext>
            </a:extLst>
          </p:cNvPr>
          <p:cNvSpPr>
            <a:spLocks noGrp="1"/>
          </p:cNvSpPr>
          <p:nvPr>
            <p:ph type="body" sz="quarter" idx="15" hasCustomPrompt="1"/>
          </p:nvPr>
        </p:nvSpPr>
        <p:spPr>
          <a:xfrm>
            <a:off x="5242517" y="2223604"/>
            <a:ext cx="1706965" cy="492025"/>
          </a:xfrm>
          <a:prstGeom prst="rect">
            <a:avLst/>
          </a:prstGeom>
        </p:spPr>
        <p:txBody>
          <a:bodyPr anchor="ctr">
            <a:normAutofit/>
          </a:bodyPr>
          <a:lstStyle>
            <a:lvl1pPr marL="0" indent="0" algn="ctr">
              <a:lnSpc>
                <a:spcPct val="100000"/>
              </a:lnSpc>
              <a:buNone/>
              <a:defRPr sz="1400" cap="all" spc="0" baseline="0">
                <a:solidFill>
                  <a:schemeClr val="accent1"/>
                </a:solidFill>
                <a:latin typeface="+mj-lt"/>
              </a:defRPr>
            </a:lvl1pPr>
          </a:lstStyle>
          <a:p>
            <a:pPr lvl="0"/>
            <a:r>
              <a:rPr lang="en-US"/>
              <a:t>CLICK TO ADD NAME</a:t>
            </a:r>
          </a:p>
        </p:txBody>
      </p:sp>
      <p:sp>
        <p:nvSpPr>
          <p:cNvPr id="16" name="Text Placeholder 14">
            <a:extLst>
              <a:ext uri="{FF2B5EF4-FFF2-40B4-BE49-F238E27FC236}">
                <a16:creationId xmlns:a16="http://schemas.microsoft.com/office/drawing/2014/main" id="{0F1CA126-9F84-4C4B-B151-A3A077A699E7}"/>
              </a:ext>
            </a:extLst>
          </p:cNvPr>
          <p:cNvSpPr>
            <a:spLocks noGrp="1"/>
          </p:cNvSpPr>
          <p:nvPr>
            <p:ph type="body" sz="quarter" idx="17" hasCustomPrompt="1"/>
          </p:nvPr>
        </p:nvSpPr>
        <p:spPr>
          <a:xfrm>
            <a:off x="5242517" y="5341910"/>
            <a:ext cx="1706965" cy="492025"/>
          </a:xfrm>
          <a:prstGeom prst="rect">
            <a:avLst/>
          </a:prstGeom>
        </p:spPr>
        <p:txBody>
          <a:bodyPr anchor="ctr">
            <a:normAutofit/>
          </a:bodyPr>
          <a:lstStyle>
            <a:lvl1pPr marL="0" indent="0" algn="ctr">
              <a:lnSpc>
                <a:spcPct val="100000"/>
              </a:lnSpc>
              <a:buNone/>
              <a:defRPr sz="1400" cap="all" spc="0" baseline="0">
                <a:solidFill>
                  <a:schemeClr val="accent1"/>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2650AAA1-F5D4-4E6B-91D8-AE61EC80CC3F}"/>
              </a:ext>
            </a:extLst>
          </p:cNvPr>
          <p:cNvSpPr>
            <a:spLocks noGrp="1"/>
          </p:cNvSpPr>
          <p:nvPr>
            <p:ph type="body" sz="quarter" idx="19" hasCustomPrompt="1"/>
          </p:nvPr>
        </p:nvSpPr>
        <p:spPr>
          <a:xfrm>
            <a:off x="9973118" y="3783794"/>
            <a:ext cx="1380681" cy="492025"/>
          </a:xfrm>
          <a:prstGeom prst="rect">
            <a:avLst/>
          </a:prstGeom>
        </p:spPr>
        <p:txBody>
          <a:bodyPr anchor="ctr">
            <a:noAutofit/>
          </a:bodyPr>
          <a:lstStyle>
            <a:lvl1pPr marL="0" indent="0" algn="ctr">
              <a:lnSpc>
                <a:spcPct val="100000"/>
              </a:lnSpc>
              <a:buNone/>
              <a:defRPr sz="1400" cap="all" spc="0" baseline="0">
                <a:solidFill>
                  <a:schemeClr val="accent1"/>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A2136F4F-C083-4F81-9423-DA5AB6FF8313}"/>
              </a:ext>
            </a:extLst>
          </p:cNvPr>
          <p:cNvSpPr>
            <a:spLocks noGrp="1"/>
          </p:cNvSpPr>
          <p:nvPr>
            <p:ph type="body" sz="quarter" idx="20" hasCustomPrompt="1"/>
          </p:nvPr>
        </p:nvSpPr>
        <p:spPr>
          <a:xfrm>
            <a:off x="3738732" y="3012526"/>
            <a:ext cx="1183179" cy="492025"/>
          </a:xfrm>
          <a:prstGeom prst="rect">
            <a:avLst/>
          </a:prstGeom>
        </p:spPr>
        <p:txBody>
          <a:bodyPr anchor="ctr">
            <a:noAutofit/>
          </a:bodyPr>
          <a:lstStyle>
            <a:lvl1pPr marL="0" indent="0" algn="ctr">
              <a:lnSpc>
                <a:spcPct val="100000"/>
              </a:lnSpc>
              <a:buNone/>
              <a:defRPr sz="1050" cap="none" spc="0" baseline="0">
                <a:solidFill>
                  <a:schemeClr val="tx1"/>
                </a:solidFill>
                <a:latin typeface="+mn-lt"/>
              </a:defRPr>
            </a:lvl1pPr>
          </a:lstStyle>
          <a:p>
            <a:pPr lvl="0"/>
            <a:r>
              <a:rPr lang="en-US"/>
              <a:t>Click to add name</a:t>
            </a:r>
          </a:p>
        </p:txBody>
      </p:sp>
      <p:sp>
        <p:nvSpPr>
          <p:cNvPr id="19" name="Text Placeholder 14">
            <a:extLst>
              <a:ext uri="{FF2B5EF4-FFF2-40B4-BE49-F238E27FC236}">
                <a16:creationId xmlns:a16="http://schemas.microsoft.com/office/drawing/2014/main" id="{3616F84A-5C41-4B51-8AB4-871B4F6269BA}"/>
              </a:ext>
            </a:extLst>
          </p:cNvPr>
          <p:cNvSpPr>
            <a:spLocks noGrp="1"/>
          </p:cNvSpPr>
          <p:nvPr>
            <p:ph type="body" sz="quarter" idx="21" hasCustomPrompt="1"/>
          </p:nvPr>
        </p:nvSpPr>
        <p:spPr>
          <a:xfrm>
            <a:off x="4175224" y="4332980"/>
            <a:ext cx="1183179" cy="492025"/>
          </a:xfrm>
          <a:prstGeom prst="rect">
            <a:avLst/>
          </a:prstGeom>
        </p:spPr>
        <p:txBody>
          <a:bodyPr anchor="ctr">
            <a:noAutofit/>
          </a:bodyPr>
          <a:lstStyle>
            <a:lvl1pPr marL="0" indent="0" algn="ctr">
              <a:lnSpc>
                <a:spcPct val="100000"/>
              </a:lnSpc>
              <a:buNone/>
              <a:defRPr sz="1050" cap="none" spc="0" baseline="0">
                <a:solidFill>
                  <a:schemeClr val="tx1"/>
                </a:solidFill>
                <a:latin typeface="+mn-lt"/>
              </a:defRPr>
            </a:lvl1pPr>
          </a:lstStyle>
          <a:p>
            <a:pPr lvl="0"/>
            <a:r>
              <a:rPr lang="en-US"/>
              <a:t>Click to add name</a:t>
            </a:r>
          </a:p>
        </p:txBody>
      </p:sp>
      <p:sp>
        <p:nvSpPr>
          <p:cNvPr id="20" name="Text Placeholder 14">
            <a:extLst>
              <a:ext uri="{FF2B5EF4-FFF2-40B4-BE49-F238E27FC236}">
                <a16:creationId xmlns:a16="http://schemas.microsoft.com/office/drawing/2014/main" id="{DF3243C3-2087-4511-8AEF-F2AD3AAAD2E3}"/>
              </a:ext>
            </a:extLst>
          </p:cNvPr>
          <p:cNvSpPr>
            <a:spLocks noGrp="1"/>
          </p:cNvSpPr>
          <p:nvPr>
            <p:ph type="body" sz="quarter" idx="22" hasCustomPrompt="1"/>
          </p:nvPr>
        </p:nvSpPr>
        <p:spPr>
          <a:xfrm>
            <a:off x="2637747" y="4507451"/>
            <a:ext cx="1183179" cy="492025"/>
          </a:xfrm>
          <a:prstGeom prst="rect">
            <a:avLst/>
          </a:prstGeom>
        </p:spPr>
        <p:txBody>
          <a:bodyPr anchor="ctr">
            <a:noAutofit/>
          </a:bodyPr>
          <a:lstStyle>
            <a:lvl1pPr marL="0" indent="0" algn="ctr">
              <a:lnSpc>
                <a:spcPct val="100000"/>
              </a:lnSpc>
              <a:buNone/>
              <a:defRPr sz="1050" cap="none" spc="0" baseline="0">
                <a:solidFill>
                  <a:schemeClr val="tx1"/>
                </a:solidFill>
                <a:latin typeface="+mn-lt"/>
              </a:defRPr>
            </a:lvl1pPr>
          </a:lstStyle>
          <a:p>
            <a:pPr lvl="0"/>
            <a:r>
              <a:rPr lang="en-US"/>
              <a:t>Click to add name</a:t>
            </a:r>
          </a:p>
        </p:txBody>
      </p:sp>
      <p:sp>
        <p:nvSpPr>
          <p:cNvPr id="21" name="Text Placeholder 14">
            <a:extLst>
              <a:ext uri="{FF2B5EF4-FFF2-40B4-BE49-F238E27FC236}">
                <a16:creationId xmlns:a16="http://schemas.microsoft.com/office/drawing/2014/main" id="{7454239F-0277-4DD7-9B14-100256CC01C0}"/>
              </a:ext>
            </a:extLst>
          </p:cNvPr>
          <p:cNvSpPr>
            <a:spLocks noGrp="1"/>
          </p:cNvSpPr>
          <p:nvPr>
            <p:ph type="body" sz="quarter" idx="23" hasCustomPrompt="1"/>
          </p:nvPr>
        </p:nvSpPr>
        <p:spPr>
          <a:xfrm>
            <a:off x="6552714" y="4194908"/>
            <a:ext cx="1183179" cy="492025"/>
          </a:xfrm>
          <a:prstGeom prst="rect">
            <a:avLst/>
          </a:prstGeom>
        </p:spPr>
        <p:txBody>
          <a:bodyPr anchor="ctr">
            <a:noAutofit/>
          </a:bodyPr>
          <a:lstStyle>
            <a:lvl1pPr marL="0" indent="0" algn="ctr">
              <a:lnSpc>
                <a:spcPct val="100000"/>
              </a:lnSpc>
              <a:buNone/>
              <a:defRPr sz="1050" cap="none" spc="0" baseline="0">
                <a:solidFill>
                  <a:schemeClr val="tx1"/>
                </a:solidFill>
                <a:latin typeface="+mn-lt"/>
              </a:defRPr>
            </a:lvl1pPr>
          </a:lstStyle>
          <a:p>
            <a:pPr lvl="0"/>
            <a:r>
              <a:rPr lang="en-US"/>
              <a:t>Click to add name</a:t>
            </a:r>
          </a:p>
        </p:txBody>
      </p:sp>
      <p:sp>
        <p:nvSpPr>
          <p:cNvPr id="22" name="Text Placeholder 14">
            <a:extLst>
              <a:ext uri="{FF2B5EF4-FFF2-40B4-BE49-F238E27FC236}">
                <a16:creationId xmlns:a16="http://schemas.microsoft.com/office/drawing/2014/main" id="{35EA0A99-2430-4C80-9F45-30EBA0FDC6F5}"/>
              </a:ext>
            </a:extLst>
          </p:cNvPr>
          <p:cNvSpPr>
            <a:spLocks noGrp="1"/>
          </p:cNvSpPr>
          <p:nvPr>
            <p:ph type="body" sz="quarter" idx="24" hasCustomPrompt="1"/>
          </p:nvPr>
        </p:nvSpPr>
        <p:spPr>
          <a:xfrm>
            <a:off x="7801857" y="5068793"/>
            <a:ext cx="1183179" cy="492025"/>
          </a:xfrm>
          <a:prstGeom prst="rect">
            <a:avLst/>
          </a:prstGeom>
        </p:spPr>
        <p:txBody>
          <a:bodyPr anchor="ctr">
            <a:noAutofit/>
          </a:bodyPr>
          <a:lstStyle>
            <a:lvl1pPr marL="0" indent="0" algn="ctr">
              <a:lnSpc>
                <a:spcPct val="100000"/>
              </a:lnSpc>
              <a:buNone/>
              <a:defRPr sz="1050" cap="none" spc="0" baseline="0">
                <a:solidFill>
                  <a:schemeClr val="tx1"/>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5D92E8AA-5FA6-4CCB-8151-93DE898BCE57}"/>
              </a:ext>
            </a:extLst>
          </p:cNvPr>
          <p:cNvSpPr>
            <a:spLocks noGrp="1"/>
          </p:cNvSpPr>
          <p:nvPr>
            <p:ph type="body" sz="quarter" idx="25" hasCustomPrompt="1"/>
          </p:nvPr>
        </p:nvSpPr>
        <p:spPr>
          <a:xfrm>
            <a:off x="1034142" y="3783794"/>
            <a:ext cx="1393863" cy="492025"/>
          </a:xfrm>
          <a:prstGeom prst="rect">
            <a:avLst/>
          </a:prstGeom>
        </p:spPr>
        <p:txBody>
          <a:bodyPr anchor="ctr">
            <a:noAutofit/>
          </a:bodyPr>
          <a:lstStyle>
            <a:lvl1pPr marL="0" indent="0" algn="ctr">
              <a:lnSpc>
                <a:spcPct val="100000"/>
              </a:lnSpc>
              <a:buNone/>
              <a:defRPr sz="1400" cap="all" spc="0" baseline="0">
                <a:solidFill>
                  <a:schemeClr val="accent1"/>
                </a:solidFill>
                <a:latin typeface="+mj-lt"/>
              </a:defRPr>
            </a:lvl1pPr>
          </a:lstStyle>
          <a:p>
            <a:pPr lvl="0"/>
            <a:r>
              <a:rPr lang="en-US"/>
              <a:t>CLICK TO ADD NAME</a:t>
            </a:r>
          </a:p>
        </p:txBody>
      </p:sp>
      <p:cxnSp>
        <p:nvCxnSpPr>
          <p:cNvPr id="24" name="Straight Connector 23">
            <a:extLst>
              <a:ext uri="{FF2B5EF4-FFF2-40B4-BE49-F238E27FC236}">
                <a16:creationId xmlns:a16="http://schemas.microsoft.com/office/drawing/2014/main" id="{A94DB595-CEA6-4C9E-BADE-5D339856E598}"/>
              </a:ext>
            </a:extLst>
          </p:cNvPr>
          <p:cNvCxnSpPr>
            <a:cxnSpLocks/>
            <a:stCxn id="23" idx="3"/>
            <a:endCxn id="17" idx="1"/>
          </p:cNvCxnSpPr>
          <p:nvPr userDrawn="1"/>
        </p:nvCxnSpPr>
        <p:spPr>
          <a:xfrm>
            <a:off x="2428005" y="4029807"/>
            <a:ext cx="754511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E3BBCF-EA1D-43EC-A7F5-C802C56CDC45}"/>
              </a:ext>
            </a:extLst>
          </p:cNvPr>
          <p:cNvCxnSpPr>
            <a:cxnSpLocks/>
          </p:cNvCxnSpPr>
          <p:nvPr userDrawn="1"/>
        </p:nvCxnSpPr>
        <p:spPr>
          <a:xfrm flipV="1">
            <a:off x="6096000" y="2743597"/>
            <a:ext cx="0" cy="259831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14">
            <a:extLst>
              <a:ext uri="{FF2B5EF4-FFF2-40B4-BE49-F238E27FC236}">
                <a16:creationId xmlns:a16="http://schemas.microsoft.com/office/drawing/2014/main" id="{9E596B24-11E1-4D75-BA3E-221B141724FE}"/>
              </a:ext>
            </a:extLst>
          </p:cNvPr>
          <p:cNvSpPr>
            <a:spLocks noGrp="1"/>
          </p:cNvSpPr>
          <p:nvPr>
            <p:ph type="body" sz="quarter" idx="26" hasCustomPrompt="1"/>
          </p:nvPr>
        </p:nvSpPr>
        <p:spPr>
          <a:xfrm>
            <a:off x="7539963" y="2611626"/>
            <a:ext cx="1706965" cy="1048575"/>
          </a:xfrm>
          <a:prstGeom prst="rect">
            <a:avLst/>
          </a:prstGeom>
        </p:spPr>
        <p:txBody>
          <a:bodyPr anchor="ctr">
            <a:noAutofit/>
          </a:bodyPr>
          <a:lstStyle>
            <a:lvl1pPr marL="0" indent="0" algn="ctr">
              <a:lnSpc>
                <a:spcPct val="100000"/>
              </a:lnSpc>
              <a:buNone/>
              <a:defRPr sz="1400" b="0" cap="all" spc="0" baseline="0">
                <a:solidFill>
                  <a:schemeClr val="bg1"/>
                </a:solidFill>
                <a:latin typeface="+mn-lt"/>
              </a:defRPr>
            </a:lvl1pPr>
          </a:lstStyle>
          <a:p>
            <a:pPr lvl="0"/>
            <a:r>
              <a:rPr lang="en-US"/>
              <a:t>CLICK TO ADD NAME</a:t>
            </a:r>
          </a:p>
        </p:txBody>
      </p:sp>
      <p:sp>
        <p:nvSpPr>
          <p:cNvPr id="27" name="Title 1">
            <a:extLst>
              <a:ext uri="{FF2B5EF4-FFF2-40B4-BE49-F238E27FC236}">
                <a16:creationId xmlns:a16="http://schemas.microsoft.com/office/drawing/2014/main" id="{E236B864-3B68-4612-A886-3D11ABB9D02D}"/>
              </a:ext>
            </a:extLst>
          </p:cNvPr>
          <p:cNvSpPr>
            <a:spLocks noGrp="1"/>
          </p:cNvSpPr>
          <p:nvPr>
            <p:ph type="title"/>
          </p:nvPr>
        </p:nvSpPr>
        <p:spPr>
          <a:xfrm>
            <a:off x="1034142" y="1110286"/>
            <a:ext cx="10319657"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28" name="Straight Connector 27">
            <a:extLst>
              <a:ext uri="{FF2B5EF4-FFF2-40B4-BE49-F238E27FC236}">
                <a16:creationId xmlns:a16="http://schemas.microsoft.com/office/drawing/2014/main" id="{561BDD34-B66B-4A20-A67F-9B416A8EC4E1}"/>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Date Placeholder 1">
            <a:extLst>
              <a:ext uri="{FF2B5EF4-FFF2-40B4-BE49-F238E27FC236}">
                <a16:creationId xmlns:a16="http://schemas.microsoft.com/office/drawing/2014/main" id="{1DE18163-6376-4B1D-A89C-8F9BCDCF88A3}"/>
              </a:ext>
            </a:extLst>
          </p:cNvPr>
          <p:cNvSpPr>
            <a:spLocks noGrp="1"/>
          </p:cNvSpPr>
          <p:nvPr>
            <p:ph type="dt" sz="half" idx="10"/>
          </p:nvPr>
        </p:nvSpPr>
        <p:spPr>
          <a:xfrm>
            <a:off x="838200" y="6356350"/>
            <a:ext cx="2743200" cy="365125"/>
          </a:xfrm>
        </p:spPr>
        <p:txBody>
          <a:bodyPr/>
          <a:lstStyle/>
          <a:p>
            <a:r>
              <a:rPr lang="en-US" dirty="0"/>
              <a:t>1/7/20XX</a:t>
            </a:r>
          </a:p>
        </p:txBody>
      </p:sp>
      <p:sp>
        <p:nvSpPr>
          <p:cNvPr id="30" name="Footer Placeholder 2">
            <a:extLst>
              <a:ext uri="{FF2B5EF4-FFF2-40B4-BE49-F238E27FC236}">
                <a16:creationId xmlns:a16="http://schemas.microsoft.com/office/drawing/2014/main" id="{D5ECCB96-A4EB-4B3D-BAC9-C900548A5DF3}"/>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31" name="Slide Number Placeholder 7">
            <a:extLst>
              <a:ext uri="{FF2B5EF4-FFF2-40B4-BE49-F238E27FC236}">
                <a16:creationId xmlns:a16="http://schemas.microsoft.com/office/drawing/2014/main" id="{03F1B24E-7E6A-46B2-9584-F1EB85FA8E73}"/>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t>‹#›</a:t>
            </a:fld>
            <a:endParaRPr lang="en-US" dirty="0"/>
          </a:p>
        </p:txBody>
      </p:sp>
    </p:spTree>
    <p:extLst>
      <p:ext uri="{BB962C8B-B14F-4D97-AF65-F5344CB8AC3E}">
        <p14:creationId xmlns:p14="http://schemas.microsoft.com/office/powerpoint/2010/main" val="676347809"/>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caling">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8157335" y="182200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8157335" y="216748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sp>
        <p:nvSpPr>
          <p:cNvPr id="20" name="Text Placeholder 15">
            <a:extLst>
              <a:ext uri="{FF2B5EF4-FFF2-40B4-BE49-F238E27FC236}">
                <a16:creationId xmlns:a16="http://schemas.microsoft.com/office/drawing/2014/main" id="{E6C37A20-957D-4B0B-AC33-7DD21D99A658}"/>
              </a:ext>
            </a:extLst>
          </p:cNvPr>
          <p:cNvSpPr>
            <a:spLocks noGrp="1"/>
          </p:cNvSpPr>
          <p:nvPr>
            <p:ph type="body" sz="quarter" idx="23" hasCustomPrompt="1"/>
          </p:nvPr>
        </p:nvSpPr>
        <p:spPr>
          <a:xfrm>
            <a:off x="7080795" y="333998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7080795" y="368546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4" name="Text Placeholder 15">
            <a:extLst>
              <a:ext uri="{FF2B5EF4-FFF2-40B4-BE49-F238E27FC236}">
                <a16:creationId xmlns:a16="http://schemas.microsoft.com/office/drawing/2014/main" id="{BD09685A-53BF-4E9B-BD7F-C77B60165D24}"/>
              </a:ext>
            </a:extLst>
          </p:cNvPr>
          <p:cNvSpPr>
            <a:spLocks noGrp="1"/>
          </p:cNvSpPr>
          <p:nvPr>
            <p:ph type="body" sz="quarter" idx="25" hasCustomPrompt="1"/>
          </p:nvPr>
        </p:nvSpPr>
        <p:spPr>
          <a:xfrm>
            <a:off x="6231710" y="4857968"/>
            <a:ext cx="3295186" cy="320381"/>
          </a:xfrm>
        </p:spPr>
        <p:txBody>
          <a:bodyPr lIns="0" anchor="ctr">
            <a:noAutofit/>
          </a:bodyPr>
          <a:lstStyle>
            <a:lvl1pPr marL="0" indent="0">
              <a:buNone/>
              <a:defRPr lang="en-US" sz="1800" kern="1200" cap="all" baseline="0" dirty="0">
                <a:solidFill>
                  <a:schemeClr val="accent1"/>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6231710" y="5203444"/>
            <a:ext cx="3294437" cy="540104"/>
          </a:xfrm>
        </p:spPr>
        <p:txBody>
          <a:bodyPr lIns="0">
            <a:normAutofit/>
          </a:bodyPr>
          <a:lstStyle>
            <a:lvl1pPr marL="0" indent="0">
              <a:lnSpc>
                <a:spcPct val="150000"/>
              </a:lnSpc>
              <a:buFont typeface="Arial" panose="020B0604020202020204" pitchFamily="34" charset="0"/>
              <a:buNone/>
              <a:defRPr sz="1200">
                <a:solidFill>
                  <a:schemeClr val="tx2"/>
                </a:solidFill>
              </a:defRPr>
            </a:lvl1pPr>
          </a:lstStyle>
          <a:p>
            <a:pPr lvl="0"/>
            <a:r>
              <a:rPr lang="en-US"/>
              <a:t>Click to add text</a:t>
            </a:r>
          </a:p>
        </p:txBody>
      </p:sp>
      <p:cxnSp>
        <p:nvCxnSpPr>
          <p:cNvPr id="7" name="Straight Arrow Connector 6">
            <a:extLst>
              <a:ext uri="{FF2B5EF4-FFF2-40B4-BE49-F238E27FC236}">
                <a16:creationId xmlns:a16="http://schemas.microsoft.com/office/drawing/2014/main" id="{274844B5-3E4A-4209-AD6C-31EB9B57D62E}"/>
              </a:ext>
            </a:extLst>
          </p:cNvPr>
          <p:cNvCxnSpPr>
            <a:cxnSpLocks/>
          </p:cNvCxnSpPr>
          <p:nvPr userDrawn="1"/>
        </p:nvCxnSpPr>
        <p:spPr>
          <a:xfrm flipV="1">
            <a:off x="4369950" y="805543"/>
            <a:ext cx="3648352" cy="6052189"/>
          </a:xfrm>
          <a:prstGeom prst="straightConnector1">
            <a:avLst/>
          </a:prstGeom>
          <a:ln w="19050">
            <a:tailEnd type="arrow" w="lg" len="lg"/>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1519057B-4248-4880-A89E-5DCBBB157285}"/>
              </a:ext>
            </a:extLst>
          </p:cNvPr>
          <p:cNvSpPr>
            <a:spLocks noGrp="1"/>
          </p:cNvSpPr>
          <p:nvPr>
            <p:ph type="title"/>
          </p:nvPr>
        </p:nvSpPr>
        <p:spPr>
          <a:xfrm>
            <a:off x="1034142" y="1110286"/>
            <a:ext cx="10319657"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976011289"/>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7A5A-4225-417D-92C6-1C9A16E37C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24F48E-4E21-421F-A044-1D5C607BF7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70E23-CF91-4792-9B98-182E6804BB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A2875-2896-4182-BA30-FB502AC9806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9B9BA8EE-BF3B-4E61-9241-4BC605B36525}"/>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6F72769E-89D2-4868-B2CF-A0759A62CD34}"/>
              </a:ext>
            </a:extLst>
          </p:cNvPr>
          <p:cNvSpPr>
            <a:spLocks noGrp="1"/>
          </p:cNvSpPr>
          <p:nvPr>
            <p:ph type="sldNum" sz="quarter" idx="12"/>
          </p:nvPr>
        </p:nvSpPr>
        <p:spPr/>
        <p:txBody>
          <a:bodyPr/>
          <a:lstStyle/>
          <a:p>
            <a:fld id="{9FF96520-E4CE-4EAD-8ABF-1D2297D6B3AA}" type="slidenum">
              <a:rPr lang="en-US" smtClean="0"/>
              <a:t>‹#›</a:t>
            </a:fld>
            <a:endParaRPr lang="en-US" dirty="0"/>
          </a:p>
        </p:txBody>
      </p:sp>
    </p:spTree>
    <p:extLst>
      <p:ext uri="{BB962C8B-B14F-4D97-AF65-F5344CB8AC3E}">
        <p14:creationId xmlns:p14="http://schemas.microsoft.com/office/powerpoint/2010/main" val="76340260"/>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11C53D-85FC-41D8-9A69-F4734072CC48}"/>
              </a:ext>
            </a:extLst>
          </p:cNvPr>
          <p:cNvSpPr>
            <a:spLocks noGrp="1"/>
          </p:cNvSpPr>
          <p:nvPr>
            <p:ph type="body" idx="1"/>
          </p:nvPr>
        </p:nvSpPr>
        <p:spPr>
          <a:xfrm>
            <a:off x="1034142" y="2046288"/>
            <a:ext cx="5544458" cy="823912"/>
          </a:xfrm>
        </p:spPr>
        <p:txBody>
          <a:bodyPr anchor="b">
            <a:normAutofit/>
          </a:bodyPr>
          <a:lstStyle>
            <a:lvl1pPr marL="0" indent="0">
              <a:buNone/>
              <a:defRPr lang="en-US" sz="1800" kern="1200" cap="all" baseline="0" dirty="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7446CE-03E2-409B-B8EF-7C188C1E68CD}"/>
              </a:ext>
            </a:extLst>
          </p:cNvPr>
          <p:cNvSpPr>
            <a:spLocks noGrp="1"/>
          </p:cNvSpPr>
          <p:nvPr>
            <p:ph sz="half" idx="2"/>
          </p:nvPr>
        </p:nvSpPr>
        <p:spPr>
          <a:xfrm>
            <a:off x="1034142" y="3162300"/>
            <a:ext cx="5544458" cy="302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F4FC59-2ADF-4A3F-BBF9-07FF022209A3}"/>
              </a:ext>
            </a:extLst>
          </p:cNvPr>
          <p:cNvSpPr>
            <a:spLocks noGrp="1"/>
          </p:cNvSpPr>
          <p:nvPr>
            <p:ph type="body" sz="quarter" idx="3"/>
          </p:nvPr>
        </p:nvSpPr>
        <p:spPr>
          <a:xfrm>
            <a:off x="7240588" y="2046288"/>
            <a:ext cx="4114800" cy="823912"/>
          </a:xfrm>
        </p:spPr>
        <p:txBody>
          <a:bodyPr anchor="b">
            <a:normAutofit/>
          </a:bodyPr>
          <a:lstStyle>
            <a:lvl1pPr marL="0" indent="0">
              <a:buNone/>
              <a:defRPr lang="en-US" sz="1800" kern="1200" cap="all" baseline="0" dirty="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5">
            <a:extLst>
              <a:ext uri="{FF2B5EF4-FFF2-40B4-BE49-F238E27FC236}">
                <a16:creationId xmlns:a16="http://schemas.microsoft.com/office/drawing/2014/main" id="{447F889E-7C42-4396-AEE8-7B337AFAF1E4}"/>
              </a:ext>
            </a:extLst>
          </p:cNvPr>
          <p:cNvSpPr>
            <a:spLocks noGrp="1"/>
          </p:cNvSpPr>
          <p:nvPr>
            <p:ph sz="quarter" idx="4"/>
          </p:nvPr>
        </p:nvSpPr>
        <p:spPr>
          <a:xfrm>
            <a:off x="7240588" y="3162300"/>
            <a:ext cx="4114800" cy="302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3D57D1-26E8-4CE2-AAA6-482AA55FCF3C}"/>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BC24918E-7FEA-4406-B5C4-9CA22363D48D}"/>
              </a:ext>
            </a:extLst>
          </p:cNvPr>
          <p:cNvSpPr>
            <a:spLocks noGrp="1"/>
          </p:cNvSpPr>
          <p:nvPr>
            <p:ph type="ftr" sz="quarter" idx="11"/>
          </p:nvPr>
        </p:nvSpPr>
        <p:spPr/>
        <p:txBody>
          <a:bodyPr/>
          <a:lstStyle/>
          <a:p>
            <a:r>
              <a:rPr lang="en-US" dirty="0"/>
              <a:t>Pitch deck</a:t>
            </a:r>
          </a:p>
        </p:txBody>
      </p:sp>
      <p:sp>
        <p:nvSpPr>
          <p:cNvPr id="9" name="Slide Number Placeholder 8">
            <a:extLst>
              <a:ext uri="{FF2B5EF4-FFF2-40B4-BE49-F238E27FC236}">
                <a16:creationId xmlns:a16="http://schemas.microsoft.com/office/drawing/2014/main" id="{6015B8D0-7EB3-42DC-AD4D-51B34268A066}"/>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11" name="Title 1">
            <a:extLst>
              <a:ext uri="{FF2B5EF4-FFF2-40B4-BE49-F238E27FC236}">
                <a16:creationId xmlns:a16="http://schemas.microsoft.com/office/drawing/2014/main" id="{2FF7DCBA-487E-4B33-BB90-0DADF952CACF}"/>
              </a:ext>
            </a:extLst>
          </p:cNvPr>
          <p:cNvSpPr>
            <a:spLocks noGrp="1"/>
          </p:cNvSpPr>
          <p:nvPr>
            <p:ph type="title"/>
          </p:nvPr>
        </p:nvSpPr>
        <p:spPr>
          <a:xfrm>
            <a:off x="1034142" y="1110286"/>
            <a:ext cx="10319657"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2" name="Straight Connector 11">
            <a:extLst>
              <a:ext uri="{FF2B5EF4-FFF2-40B4-BE49-F238E27FC236}">
                <a16:creationId xmlns:a16="http://schemas.microsoft.com/office/drawing/2014/main" id="{5679E440-088D-4C5E-AE96-53292A60A147}"/>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1251312"/>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65" name="Text Placeholder 10">
            <a:extLst>
              <a:ext uri="{FF2B5EF4-FFF2-40B4-BE49-F238E27FC236}">
                <a16:creationId xmlns:a16="http://schemas.microsoft.com/office/drawing/2014/main" id="{0725E520-0935-477C-B878-46FB86CBC8FA}"/>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cap="all" baseline="0">
                <a:solidFill>
                  <a:schemeClr val="tx1">
                    <a:lumMod val="75000"/>
                    <a:lumOff val="25000"/>
                  </a:schemeClr>
                </a:solidFill>
                <a:latin typeface="+mj-lt"/>
              </a:defRPr>
            </a:lvl1pPr>
          </a:lstStyle>
          <a:p>
            <a:pPr lvl="0"/>
            <a:r>
              <a:rPr lang="en-US"/>
              <a:t>Year</a:t>
            </a:r>
            <a:endParaRPr lang="en-ZA"/>
          </a:p>
        </p:txBody>
      </p:sp>
      <p:sp>
        <p:nvSpPr>
          <p:cNvPr id="66" name="Text Placeholder 10">
            <a:extLst>
              <a:ext uri="{FF2B5EF4-FFF2-40B4-BE49-F238E27FC236}">
                <a16:creationId xmlns:a16="http://schemas.microsoft.com/office/drawing/2014/main" id="{0BAB839B-C0B3-49D9-93B1-5D3191927333}"/>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67" name="Text Placeholder 10">
            <a:extLst>
              <a:ext uri="{FF2B5EF4-FFF2-40B4-BE49-F238E27FC236}">
                <a16:creationId xmlns:a16="http://schemas.microsoft.com/office/drawing/2014/main" id="{F2891C81-643F-4485-8878-D983E6985178}"/>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68" name="Text Placeholder 10">
            <a:extLst>
              <a:ext uri="{FF2B5EF4-FFF2-40B4-BE49-F238E27FC236}">
                <a16:creationId xmlns:a16="http://schemas.microsoft.com/office/drawing/2014/main" id="{E53DAE78-3159-4EB0-A438-9144A5933AF2}"/>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69" name="Text Placeholder 10">
            <a:extLst>
              <a:ext uri="{FF2B5EF4-FFF2-40B4-BE49-F238E27FC236}">
                <a16:creationId xmlns:a16="http://schemas.microsoft.com/office/drawing/2014/main" id="{BA1CD986-472B-4D31-8623-F00075A77C8E}"/>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0" name="Text Placeholder 10">
            <a:extLst>
              <a:ext uri="{FF2B5EF4-FFF2-40B4-BE49-F238E27FC236}">
                <a16:creationId xmlns:a16="http://schemas.microsoft.com/office/drawing/2014/main" id="{82A9BEA6-0392-4EE3-96F2-A3F13734A96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cap="all" baseline="0">
                <a:solidFill>
                  <a:schemeClr val="tx1">
                    <a:lumMod val="75000"/>
                    <a:lumOff val="25000"/>
                  </a:schemeClr>
                </a:solidFill>
                <a:latin typeface="+mj-lt"/>
              </a:defRPr>
            </a:lvl1pPr>
          </a:lstStyle>
          <a:p>
            <a:pPr lvl="0"/>
            <a:r>
              <a:rPr lang="en-US"/>
              <a:t>Year</a:t>
            </a:r>
            <a:endParaRPr lang="en-ZA"/>
          </a:p>
        </p:txBody>
      </p:sp>
      <p:sp>
        <p:nvSpPr>
          <p:cNvPr id="71" name="Text Placeholder 10">
            <a:extLst>
              <a:ext uri="{FF2B5EF4-FFF2-40B4-BE49-F238E27FC236}">
                <a16:creationId xmlns:a16="http://schemas.microsoft.com/office/drawing/2014/main" id="{9619E248-6E4E-465E-81BF-9E47CC80A990}"/>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2" name="Text Placeholder 10">
            <a:extLst>
              <a:ext uri="{FF2B5EF4-FFF2-40B4-BE49-F238E27FC236}">
                <a16:creationId xmlns:a16="http://schemas.microsoft.com/office/drawing/2014/main" id="{13DAD327-1BD3-4303-8DAD-ECA2C3542529}"/>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3" name="Text Placeholder 10">
            <a:extLst>
              <a:ext uri="{FF2B5EF4-FFF2-40B4-BE49-F238E27FC236}">
                <a16:creationId xmlns:a16="http://schemas.microsoft.com/office/drawing/2014/main" id="{275CD065-10DF-4ACE-837B-F9FB8B6AD928}"/>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4" name="Text Placeholder 10">
            <a:extLst>
              <a:ext uri="{FF2B5EF4-FFF2-40B4-BE49-F238E27FC236}">
                <a16:creationId xmlns:a16="http://schemas.microsoft.com/office/drawing/2014/main" id="{E3C25243-C679-4438-8E70-46CE24EA385F}"/>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5" name="Text Placeholder 10">
            <a:extLst>
              <a:ext uri="{FF2B5EF4-FFF2-40B4-BE49-F238E27FC236}">
                <a16:creationId xmlns:a16="http://schemas.microsoft.com/office/drawing/2014/main" id="{0D77C9D6-55CB-4EED-B1C7-E4E4E8A297B5}"/>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6" name="Text Placeholder 10">
            <a:extLst>
              <a:ext uri="{FF2B5EF4-FFF2-40B4-BE49-F238E27FC236}">
                <a16:creationId xmlns:a16="http://schemas.microsoft.com/office/drawing/2014/main" id="{23C3DEA6-1FC3-4355-B3E0-2D3F7A759D71}"/>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7" name="Text Placeholder 10">
            <a:extLst>
              <a:ext uri="{FF2B5EF4-FFF2-40B4-BE49-F238E27FC236}">
                <a16:creationId xmlns:a16="http://schemas.microsoft.com/office/drawing/2014/main" id="{DC97B6D5-E938-4B4E-A34E-CF67AAEA3FAF}"/>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8" name="Text Placeholder 10">
            <a:extLst>
              <a:ext uri="{FF2B5EF4-FFF2-40B4-BE49-F238E27FC236}">
                <a16:creationId xmlns:a16="http://schemas.microsoft.com/office/drawing/2014/main" id="{3D360651-EA9D-47C5-BAFD-1333E46070E0}"/>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79" name="Text Placeholder 10">
            <a:extLst>
              <a:ext uri="{FF2B5EF4-FFF2-40B4-BE49-F238E27FC236}">
                <a16:creationId xmlns:a16="http://schemas.microsoft.com/office/drawing/2014/main" id="{838AC118-56E0-4709-A8EA-479D52BC903A}"/>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0" name="Text Placeholder 10">
            <a:extLst>
              <a:ext uri="{FF2B5EF4-FFF2-40B4-BE49-F238E27FC236}">
                <a16:creationId xmlns:a16="http://schemas.microsoft.com/office/drawing/2014/main" id="{16E09ED2-C095-4765-A070-30FA731D5981}"/>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1" name="Text Placeholder 10">
            <a:extLst>
              <a:ext uri="{FF2B5EF4-FFF2-40B4-BE49-F238E27FC236}">
                <a16:creationId xmlns:a16="http://schemas.microsoft.com/office/drawing/2014/main" id="{E68C63A9-460B-4702-8C01-F7D115E3745F}"/>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2" name="Text Placeholder 10">
            <a:extLst>
              <a:ext uri="{FF2B5EF4-FFF2-40B4-BE49-F238E27FC236}">
                <a16:creationId xmlns:a16="http://schemas.microsoft.com/office/drawing/2014/main" id="{DE41A2AF-2485-44D6-BC1A-EF0FE08B419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3" name="Text Placeholder 10">
            <a:extLst>
              <a:ext uri="{FF2B5EF4-FFF2-40B4-BE49-F238E27FC236}">
                <a16:creationId xmlns:a16="http://schemas.microsoft.com/office/drawing/2014/main" id="{F2B4E330-5CCA-403E-ABED-C16AE1E54CE7}"/>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4" name="Text Placeholder 10">
            <a:extLst>
              <a:ext uri="{FF2B5EF4-FFF2-40B4-BE49-F238E27FC236}">
                <a16:creationId xmlns:a16="http://schemas.microsoft.com/office/drawing/2014/main" id="{14F318D0-C189-42DB-9344-F972B6C318CB}"/>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5" name="Text Placeholder 10">
            <a:extLst>
              <a:ext uri="{FF2B5EF4-FFF2-40B4-BE49-F238E27FC236}">
                <a16:creationId xmlns:a16="http://schemas.microsoft.com/office/drawing/2014/main" id="{2F91040A-FCDF-472E-BD0E-7406A11EADEA}"/>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6" name="Text Placeholder 10">
            <a:extLst>
              <a:ext uri="{FF2B5EF4-FFF2-40B4-BE49-F238E27FC236}">
                <a16:creationId xmlns:a16="http://schemas.microsoft.com/office/drawing/2014/main" id="{822D0DA0-B558-4EDE-A9B5-3251081B124C}"/>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7" name="Text Placeholder 10">
            <a:extLst>
              <a:ext uri="{FF2B5EF4-FFF2-40B4-BE49-F238E27FC236}">
                <a16:creationId xmlns:a16="http://schemas.microsoft.com/office/drawing/2014/main" id="{8E65624D-C451-48FA-8C52-CDDEBFDD4B2E}"/>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8" name="Text Placeholder 10">
            <a:extLst>
              <a:ext uri="{FF2B5EF4-FFF2-40B4-BE49-F238E27FC236}">
                <a16:creationId xmlns:a16="http://schemas.microsoft.com/office/drawing/2014/main" id="{9068217F-B61B-4029-8D4E-C8B9B0D3B2B8}"/>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89" name="Text Placeholder 10">
            <a:extLst>
              <a:ext uri="{FF2B5EF4-FFF2-40B4-BE49-F238E27FC236}">
                <a16:creationId xmlns:a16="http://schemas.microsoft.com/office/drawing/2014/main" id="{3D7BE839-15B9-43C2-89DD-6E7228B9C44C}"/>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90" name="Text Placeholder 10">
            <a:extLst>
              <a:ext uri="{FF2B5EF4-FFF2-40B4-BE49-F238E27FC236}">
                <a16:creationId xmlns:a16="http://schemas.microsoft.com/office/drawing/2014/main" id="{0D6AB60F-6B1F-4691-B503-1F8A0E0FC94D}"/>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cap="all" baseline="0">
                <a:solidFill>
                  <a:schemeClr val="tx1">
                    <a:lumMod val="75000"/>
                    <a:lumOff val="25000"/>
                  </a:schemeClr>
                </a:solidFill>
              </a:defRPr>
            </a:lvl1pPr>
          </a:lstStyle>
          <a:p>
            <a:pPr lvl="0"/>
            <a:r>
              <a:rPr lang="en-US"/>
              <a:t>MM</a:t>
            </a:r>
            <a:endParaRPr lang="en-ZA"/>
          </a:p>
        </p:txBody>
      </p:sp>
      <p:sp>
        <p:nvSpPr>
          <p:cNvPr id="91" name="Rectangle 90">
            <a:extLst>
              <a:ext uri="{FF2B5EF4-FFF2-40B4-BE49-F238E27FC236}">
                <a16:creationId xmlns:a16="http://schemas.microsoft.com/office/drawing/2014/main" id="{6214DEA4-9491-4860-B873-DEB133044C2E}"/>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cap="all" baseline="0" dirty="0">
              <a:solidFill>
                <a:schemeClr val="tx1">
                  <a:lumMod val="75000"/>
                  <a:lumOff val="25000"/>
                </a:schemeClr>
              </a:solidFill>
            </a:endParaRPr>
          </a:p>
        </p:txBody>
      </p:sp>
      <p:sp>
        <p:nvSpPr>
          <p:cNvPr id="92" name="Title 1">
            <a:extLst>
              <a:ext uri="{FF2B5EF4-FFF2-40B4-BE49-F238E27FC236}">
                <a16:creationId xmlns:a16="http://schemas.microsoft.com/office/drawing/2014/main" id="{6B0A9777-9F2B-4D49-82F8-F78F1057BA7B}"/>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2" name="Date Placeholder 15">
            <a:extLst>
              <a:ext uri="{FF2B5EF4-FFF2-40B4-BE49-F238E27FC236}">
                <a16:creationId xmlns:a16="http://schemas.microsoft.com/office/drawing/2014/main" id="{9D17B4D8-1988-4798-ADA9-09A3697041F1}"/>
              </a:ext>
            </a:extLst>
          </p:cNvPr>
          <p:cNvSpPr>
            <a:spLocks noGrp="1"/>
          </p:cNvSpPr>
          <p:nvPr>
            <p:ph type="dt" sz="half" idx="10"/>
          </p:nvPr>
        </p:nvSpPr>
        <p:spPr>
          <a:xfrm>
            <a:off x="838200" y="6356350"/>
            <a:ext cx="2743200" cy="365125"/>
          </a:xfrm>
        </p:spPr>
        <p:txBody>
          <a:bodyPr/>
          <a:lstStyle/>
          <a:p>
            <a:r>
              <a:rPr lang="en-US" dirty="0"/>
              <a:t>1/7/20XX</a:t>
            </a:r>
          </a:p>
        </p:txBody>
      </p:sp>
      <p:sp>
        <p:nvSpPr>
          <p:cNvPr id="33" name="Footer Placeholder 16">
            <a:extLst>
              <a:ext uri="{FF2B5EF4-FFF2-40B4-BE49-F238E27FC236}">
                <a16:creationId xmlns:a16="http://schemas.microsoft.com/office/drawing/2014/main" id="{94BE7131-2BFE-4B6C-9526-604DC5F9CFA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34" name="Slide Number Placeholder 17">
            <a:extLst>
              <a:ext uri="{FF2B5EF4-FFF2-40B4-BE49-F238E27FC236}">
                <a16:creationId xmlns:a16="http://schemas.microsoft.com/office/drawing/2014/main" id="{BCA841AE-6983-4830-ADB8-C8A6CE7CE502}"/>
              </a:ext>
            </a:extLst>
          </p:cNvPr>
          <p:cNvSpPr>
            <a:spLocks noGrp="1"/>
          </p:cNvSpPr>
          <p:nvPr>
            <p:ph type="sldNum" sz="quarter" idx="12"/>
          </p:nvPr>
        </p:nvSpPr>
        <p:spPr>
          <a:xfrm>
            <a:off x="8610600" y="6356350"/>
            <a:ext cx="2743200" cy="365125"/>
          </a:xfrm>
        </p:spPr>
        <p:txBody>
          <a:bodyPr/>
          <a:lstStyle/>
          <a:p>
            <a:fld id="{9FF96520-E4CE-4EAD-8ABF-1D2297D6B3AA}" type="slidenum">
              <a:rPr lang="en-US" smtClean="0"/>
              <a:t>‹#›</a:t>
            </a:fld>
            <a:endParaRPr lang="en-US" dirty="0"/>
          </a:p>
        </p:txBody>
      </p:sp>
    </p:spTree>
    <p:extLst>
      <p:ext uri="{BB962C8B-B14F-4D97-AF65-F5344CB8AC3E}">
        <p14:creationId xmlns:p14="http://schemas.microsoft.com/office/powerpoint/2010/main" val="1490089660"/>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1034142" y="1850572"/>
            <a:ext cx="10134601" cy="4093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8" name="Title 1">
            <a:extLst>
              <a:ext uri="{FF2B5EF4-FFF2-40B4-BE49-F238E27FC236}">
                <a16:creationId xmlns:a16="http://schemas.microsoft.com/office/drawing/2014/main" id="{7CA22921-D059-426E-8623-0C4322D58F73}"/>
              </a:ext>
            </a:extLst>
          </p:cNvPr>
          <p:cNvSpPr>
            <a:spLocks noGrp="1"/>
          </p:cNvSpPr>
          <p:nvPr>
            <p:ph type="title"/>
          </p:nvPr>
        </p:nvSpPr>
        <p:spPr>
          <a:xfrm>
            <a:off x="1034142" y="670094"/>
            <a:ext cx="10134601"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2416206539"/>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 4 up">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7B19AA7-3B63-43B8-BE54-6F7F01B26251}"/>
              </a:ext>
            </a:extLst>
          </p:cNvPr>
          <p:cNvSpPr>
            <a:spLocks noGrp="1"/>
          </p:cNvSpPr>
          <p:nvPr>
            <p:ph type="pic" sz="quarter" idx="16"/>
          </p:nvPr>
        </p:nvSpPr>
        <p:spPr>
          <a:xfrm>
            <a:off x="8804817" y="2233881"/>
            <a:ext cx="3387182" cy="2390238"/>
          </a:xfrm>
          <a:custGeom>
            <a:avLst/>
            <a:gdLst>
              <a:gd name="connsiteX0" fmla="*/ 1033243 w 3387182"/>
              <a:gd name="connsiteY0" fmla="*/ 0 h 2390238"/>
              <a:gd name="connsiteX1" fmla="*/ 3387182 w 3387182"/>
              <a:gd name="connsiteY1" fmla="*/ 0 h 2390238"/>
              <a:gd name="connsiteX2" fmla="*/ 3378264 w 3387182"/>
              <a:gd name="connsiteY2" fmla="*/ 2390238 h 2390238"/>
              <a:gd name="connsiteX3" fmla="*/ 0 w 3387182"/>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87182" h="2390238">
                <a:moveTo>
                  <a:pt x="1033243" y="0"/>
                </a:moveTo>
                <a:lnTo>
                  <a:pt x="3387182" y="0"/>
                </a:lnTo>
                <a:lnTo>
                  <a:pt x="3378264"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1B55057A-5AE4-4EAE-8E1E-189462BF3155}"/>
              </a:ext>
            </a:extLst>
          </p:cNvPr>
          <p:cNvSpPr>
            <a:spLocks noGrp="1"/>
          </p:cNvSpPr>
          <p:nvPr>
            <p:ph type="pic" sz="quarter" idx="15"/>
          </p:nvPr>
        </p:nvSpPr>
        <p:spPr>
          <a:xfrm>
            <a:off x="5690016"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17" name="Picture Placeholder 16">
            <a:extLst>
              <a:ext uri="{FF2B5EF4-FFF2-40B4-BE49-F238E27FC236}">
                <a16:creationId xmlns:a16="http://schemas.microsoft.com/office/drawing/2014/main" id="{A4433358-37F4-4631-87BD-71A4E90A4CD6}"/>
              </a:ext>
            </a:extLst>
          </p:cNvPr>
          <p:cNvSpPr>
            <a:spLocks noGrp="1"/>
          </p:cNvSpPr>
          <p:nvPr>
            <p:ph type="pic" sz="quarter" idx="14"/>
          </p:nvPr>
        </p:nvSpPr>
        <p:spPr>
          <a:xfrm>
            <a:off x="2575215" y="2233881"/>
            <a:ext cx="3917851" cy="2390238"/>
          </a:xfrm>
          <a:custGeom>
            <a:avLst/>
            <a:gdLst>
              <a:gd name="connsiteX0" fmla="*/ 1033243 w 3917851"/>
              <a:gd name="connsiteY0" fmla="*/ 0 h 2390238"/>
              <a:gd name="connsiteX1" fmla="*/ 3917851 w 3917851"/>
              <a:gd name="connsiteY1" fmla="*/ 0 h 2390238"/>
              <a:gd name="connsiteX2" fmla="*/ 2884608 w 3917851"/>
              <a:gd name="connsiteY2" fmla="*/ 2390238 h 2390238"/>
              <a:gd name="connsiteX3" fmla="*/ 0 w 3917851"/>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917851" h="2390238">
                <a:moveTo>
                  <a:pt x="1033243" y="0"/>
                </a:moveTo>
                <a:lnTo>
                  <a:pt x="3917851" y="0"/>
                </a:lnTo>
                <a:lnTo>
                  <a:pt x="2884608"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A663A4BE-7DD2-4FAC-B36C-6A1DAB074082}"/>
              </a:ext>
            </a:extLst>
          </p:cNvPr>
          <p:cNvSpPr>
            <a:spLocks noGrp="1"/>
          </p:cNvSpPr>
          <p:nvPr>
            <p:ph type="pic" sz="quarter" idx="13"/>
          </p:nvPr>
        </p:nvSpPr>
        <p:spPr>
          <a:xfrm>
            <a:off x="0" y="2233881"/>
            <a:ext cx="3378263" cy="2390238"/>
          </a:xfrm>
          <a:custGeom>
            <a:avLst/>
            <a:gdLst>
              <a:gd name="connsiteX0" fmla="*/ 0 w 3378263"/>
              <a:gd name="connsiteY0" fmla="*/ 0 h 2390238"/>
              <a:gd name="connsiteX1" fmla="*/ 3378263 w 3378263"/>
              <a:gd name="connsiteY1" fmla="*/ 0 h 2390238"/>
              <a:gd name="connsiteX2" fmla="*/ 2345020 w 3378263"/>
              <a:gd name="connsiteY2" fmla="*/ 2390238 h 2390238"/>
              <a:gd name="connsiteX3" fmla="*/ 0 w 3378263"/>
              <a:gd name="connsiteY3" fmla="*/ 2390238 h 2390238"/>
            </a:gdLst>
            <a:ahLst/>
            <a:cxnLst>
              <a:cxn ang="0">
                <a:pos x="connsiteX0" y="connsiteY0"/>
              </a:cxn>
              <a:cxn ang="0">
                <a:pos x="connsiteX1" y="connsiteY1"/>
              </a:cxn>
              <a:cxn ang="0">
                <a:pos x="connsiteX2" y="connsiteY2"/>
              </a:cxn>
              <a:cxn ang="0">
                <a:pos x="connsiteX3" y="connsiteY3"/>
              </a:cxn>
            </a:cxnLst>
            <a:rect l="l" t="t" r="r" b="b"/>
            <a:pathLst>
              <a:path w="3378263" h="2390238">
                <a:moveTo>
                  <a:pt x="0" y="0"/>
                </a:moveTo>
                <a:lnTo>
                  <a:pt x="3378263" y="0"/>
                </a:lnTo>
                <a:lnTo>
                  <a:pt x="2345020" y="2390238"/>
                </a:lnTo>
                <a:lnTo>
                  <a:pt x="0" y="2390238"/>
                </a:lnTo>
                <a:close/>
              </a:path>
            </a:pathLst>
          </a:custGeom>
        </p:spPr>
        <p:txBody>
          <a:bodyPr wrap="square" anchor="ctr">
            <a:noAutofit/>
          </a:bodyPr>
          <a:lstStyle>
            <a:lvl1pPr marL="0" indent="0" algn="ctr">
              <a:buNone/>
              <a:defRPr sz="1400"/>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CEEF1FEE-F11E-4D86-B18A-334DC8379152}"/>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E143D405-92C8-41A3-8CA8-EAB7EE6E983D}"/>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8813E559-638A-4105-95C4-0812BAFB7E3E}"/>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25" name="Title 1">
            <a:extLst>
              <a:ext uri="{FF2B5EF4-FFF2-40B4-BE49-F238E27FC236}">
                <a16:creationId xmlns:a16="http://schemas.microsoft.com/office/drawing/2014/main" id="{0157B5A6-CA34-4D5D-9A70-14D478D55DE0}"/>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26" name="Text Placeholder 15">
            <a:extLst>
              <a:ext uri="{FF2B5EF4-FFF2-40B4-BE49-F238E27FC236}">
                <a16:creationId xmlns:a16="http://schemas.microsoft.com/office/drawing/2014/main" id="{CEC8B31E-90EA-47DA-88C8-7210550FECC1}"/>
              </a:ext>
            </a:extLst>
          </p:cNvPr>
          <p:cNvSpPr>
            <a:spLocks noGrp="1"/>
          </p:cNvSpPr>
          <p:nvPr>
            <p:ph type="body" sz="quarter" idx="23" hasCustomPrompt="1"/>
          </p:nvPr>
        </p:nvSpPr>
        <p:spPr>
          <a:xfrm>
            <a:off x="3554933"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7" name="Text Placeholder 18">
            <a:extLst>
              <a:ext uri="{FF2B5EF4-FFF2-40B4-BE49-F238E27FC236}">
                <a16:creationId xmlns:a16="http://schemas.microsoft.com/office/drawing/2014/main" id="{0B29C3B6-1467-4DB9-A2AE-6C825488954D}"/>
              </a:ext>
            </a:extLst>
          </p:cNvPr>
          <p:cNvSpPr>
            <a:spLocks noGrp="1"/>
          </p:cNvSpPr>
          <p:nvPr>
            <p:ph type="body" sz="quarter" idx="24" hasCustomPrompt="1"/>
          </p:nvPr>
        </p:nvSpPr>
        <p:spPr>
          <a:xfrm>
            <a:off x="3554932"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28" name="Text Placeholder 15">
            <a:extLst>
              <a:ext uri="{FF2B5EF4-FFF2-40B4-BE49-F238E27FC236}">
                <a16:creationId xmlns:a16="http://schemas.microsoft.com/office/drawing/2014/main" id="{C0CAE507-1952-49D5-A01E-F3CEA53FEF39}"/>
              </a:ext>
            </a:extLst>
          </p:cNvPr>
          <p:cNvSpPr>
            <a:spLocks noGrp="1"/>
          </p:cNvSpPr>
          <p:nvPr>
            <p:ph type="body" sz="quarter" idx="25" hasCustomPrompt="1"/>
          </p:nvPr>
        </p:nvSpPr>
        <p:spPr>
          <a:xfrm>
            <a:off x="931476"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29" name="Text Placeholder 18">
            <a:extLst>
              <a:ext uri="{FF2B5EF4-FFF2-40B4-BE49-F238E27FC236}">
                <a16:creationId xmlns:a16="http://schemas.microsoft.com/office/drawing/2014/main" id="{BC2F8ABF-1CD3-4283-BBC9-9536E8C0451D}"/>
              </a:ext>
            </a:extLst>
          </p:cNvPr>
          <p:cNvSpPr>
            <a:spLocks noGrp="1"/>
          </p:cNvSpPr>
          <p:nvPr>
            <p:ph type="body" sz="quarter" idx="26" hasCustomPrompt="1"/>
          </p:nvPr>
        </p:nvSpPr>
        <p:spPr>
          <a:xfrm>
            <a:off x="931475"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0" name="Text Placeholder 15">
            <a:extLst>
              <a:ext uri="{FF2B5EF4-FFF2-40B4-BE49-F238E27FC236}">
                <a16:creationId xmlns:a16="http://schemas.microsoft.com/office/drawing/2014/main" id="{FE6695F4-4900-48B5-9D68-486774B8D7F5}"/>
              </a:ext>
            </a:extLst>
          </p:cNvPr>
          <p:cNvSpPr>
            <a:spLocks noGrp="1"/>
          </p:cNvSpPr>
          <p:nvPr>
            <p:ph type="body" sz="quarter" idx="27" hasCustomPrompt="1"/>
          </p:nvPr>
        </p:nvSpPr>
        <p:spPr>
          <a:xfrm>
            <a:off x="6177835" y="5061424"/>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1" name="Text Placeholder 18">
            <a:extLst>
              <a:ext uri="{FF2B5EF4-FFF2-40B4-BE49-F238E27FC236}">
                <a16:creationId xmlns:a16="http://schemas.microsoft.com/office/drawing/2014/main" id="{FF214FA8-F7B7-40D8-A97C-52E0B0BDE16A}"/>
              </a:ext>
            </a:extLst>
          </p:cNvPr>
          <p:cNvSpPr>
            <a:spLocks noGrp="1"/>
          </p:cNvSpPr>
          <p:nvPr>
            <p:ph type="body" sz="quarter" idx="28" hasCustomPrompt="1"/>
          </p:nvPr>
        </p:nvSpPr>
        <p:spPr>
          <a:xfrm>
            <a:off x="6177834" y="5406900"/>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
        <p:nvSpPr>
          <p:cNvPr id="32" name="Text Placeholder 15">
            <a:extLst>
              <a:ext uri="{FF2B5EF4-FFF2-40B4-BE49-F238E27FC236}">
                <a16:creationId xmlns:a16="http://schemas.microsoft.com/office/drawing/2014/main" id="{56B0AF9E-C16A-4170-A149-1E47AC0D81C5}"/>
              </a:ext>
            </a:extLst>
          </p:cNvPr>
          <p:cNvSpPr>
            <a:spLocks noGrp="1"/>
          </p:cNvSpPr>
          <p:nvPr>
            <p:ph type="body" sz="quarter" idx="29" hasCustomPrompt="1"/>
          </p:nvPr>
        </p:nvSpPr>
        <p:spPr>
          <a:xfrm>
            <a:off x="8800181" y="5057897"/>
            <a:ext cx="2443654" cy="320381"/>
          </a:xfrm>
        </p:spPr>
        <p:txBody>
          <a:bodyPr lIns="0" anchor="ctr">
            <a:noAutofit/>
          </a:bodyPr>
          <a:lstStyle>
            <a:lvl1pPr marL="0" indent="0" algn="ctr">
              <a:buNone/>
              <a:defRPr lang="en-US" sz="1800" kern="1200" cap="all" baseline="0" dirty="0">
                <a:solidFill>
                  <a:schemeClr val="accent1"/>
                </a:solidFill>
                <a:latin typeface="+mj-lt"/>
                <a:ea typeface="+mj-ea"/>
                <a:cs typeface="+mj-cs"/>
              </a:defRPr>
            </a:lvl1pPr>
          </a:lstStyle>
          <a:p>
            <a:pPr lvl="0"/>
            <a:r>
              <a:rPr lang="en-US" err="1"/>
              <a:t>nAME</a:t>
            </a:r>
            <a:endParaRPr lang="en-US"/>
          </a:p>
        </p:txBody>
      </p:sp>
      <p:sp>
        <p:nvSpPr>
          <p:cNvPr id="33" name="Text Placeholder 18">
            <a:extLst>
              <a:ext uri="{FF2B5EF4-FFF2-40B4-BE49-F238E27FC236}">
                <a16:creationId xmlns:a16="http://schemas.microsoft.com/office/drawing/2014/main" id="{B1CB5369-F6CE-41B6-ACE8-9FA5781CB428}"/>
              </a:ext>
            </a:extLst>
          </p:cNvPr>
          <p:cNvSpPr>
            <a:spLocks noGrp="1"/>
          </p:cNvSpPr>
          <p:nvPr>
            <p:ph type="body" sz="quarter" idx="30" hasCustomPrompt="1"/>
          </p:nvPr>
        </p:nvSpPr>
        <p:spPr>
          <a:xfrm>
            <a:off x="8800180" y="5403373"/>
            <a:ext cx="2443099" cy="361598"/>
          </a:xfrm>
        </p:spPr>
        <p:txBody>
          <a:bodyPr lIns="0">
            <a:normAutofit/>
          </a:bodyPr>
          <a:lstStyle>
            <a:lvl1pPr marL="0" indent="0" algn="ctr">
              <a:lnSpc>
                <a:spcPct val="150000"/>
              </a:lnSpc>
              <a:buFont typeface="Arial" panose="020B0604020202020204" pitchFamily="34" charset="0"/>
              <a:buNone/>
              <a:defRPr sz="1200">
                <a:solidFill>
                  <a:schemeClr val="tx1"/>
                </a:solidFill>
              </a:defRPr>
            </a:lvl1pPr>
          </a:lstStyle>
          <a:p>
            <a:pPr lvl="0"/>
            <a:r>
              <a:rPr lang="en-US"/>
              <a:t>Title</a:t>
            </a:r>
          </a:p>
        </p:txBody>
      </p:sp>
    </p:spTree>
    <p:extLst>
      <p:ext uri="{BB962C8B-B14F-4D97-AF65-F5344CB8AC3E}">
        <p14:creationId xmlns:p14="http://schemas.microsoft.com/office/powerpoint/2010/main" val="114115119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 8 up">
    <p:spTree>
      <p:nvGrpSpPr>
        <p:cNvPr id="1" name=""/>
        <p:cNvGrpSpPr/>
        <p:nvPr/>
      </p:nvGrpSpPr>
      <p:grpSpPr>
        <a:xfrm>
          <a:off x="0" y="0"/>
          <a:ext cx="0" cy="0"/>
          <a:chOff x="0" y="0"/>
          <a:chExt cx="0" cy="0"/>
        </a:xfrm>
      </p:grpSpPr>
      <p:sp>
        <p:nvSpPr>
          <p:cNvPr id="66" name="Picture Placeholder 65">
            <a:extLst>
              <a:ext uri="{FF2B5EF4-FFF2-40B4-BE49-F238E27FC236}">
                <a16:creationId xmlns:a16="http://schemas.microsoft.com/office/drawing/2014/main" id="{88E0AC7A-AA85-427E-8B83-AEEF229EDA41}"/>
              </a:ext>
            </a:extLst>
          </p:cNvPr>
          <p:cNvSpPr>
            <a:spLocks noGrp="1"/>
          </p:cNvSpPr>
          <p:nvPr>
            <p:ph type="pic" sz="quarter" idx="38"/>
          </p:nvPr>
        </p:nvSpPr>
        <p:spPr>
          <a:xfrm>
            <a:off x="10383802" y="3121794"/>
            <a:ext cx="1808198" cy="1097726"/>
          </a:xfrm>
          <a:custGeom>
            <a:avLst/>
            <a:gdLst>
              <a:gd name="connsiteX0" fmla="*/ 474569 w 1808198"/>
              <a:gd name="connsiteY0" fmla="*/ 0 h 1097726"/>
              <a:gd name="connsiteX1" fmla="*/ 1799279 w 1808198"/>
              <a:gd name="connsiteY1" fmla="*/ 0 h 1097726"/>
              <a:gd name="connsiteX2" fmla="*/ 1808198 w 1808198"/>
              <a:gd name="connsiteY2" fmla="*/ 1097726 h 1097726"/>
              <a:gd name="connsiteX3" fmla="*/ 0 w 1808198"/>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808198" h="1097726">
                <a:moveTo>
                  <a:pt x="474569" y="0"/>
                </a:moveTo>
                <a:lnTo>
                  <a:pt x="1799279" y="0"/>
                </a:lnTo>
                <a:lnTo>
                  <a:pt x="1808198"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63" name="Picture Placeholder 62">
            <a:extLst>
              <a:ext uri="{FF2B5EF4-FFF2-40B4-BE49-F238E27FC236}">
                <a16:creationId xmlns:a16="http://schemas.microsoft.com/office/drawing/2014/main" id="{E6437AD1-FE22-40AE-8BB8-8B8B9C5770F8}"/>
              </a:ext>
            </a:extLst>
          </p:cNvPr>
          <p:cNvSpPr>
            <a:spLocks noGrp="1"/>
          </p:cNvSpPr>
          <p:nvPr>
            <p:ph type="pic" sz="quarter" idx="37"/>
          </p:nvPr>
        </p:nvSpPr>
        <p:spPr>
          <a:xfrm>
            <a:off x="8900427"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60" name="Picture Placeholder 59">
            <a:extLst>
              <a:ext uri="{FF2B5EF4-FFF2-40B4-BE49-F238E27FC236}">
                <a16:creationId xmlns:a16="http://schemas.microsoft.com/office/drawing/2014/main" id="{97978D8E-FCD0-4E7C-BD0B-F2F47BA1B2D5}"/>
              </a:ext>
            </a:extLst>
          </p:cNvPr>
          <p:cNvSpPr>
            <a:spLocks noGrp="1"/>
          </p:cNvSpPr>
          <p:nvPr>
            <p:ph type="pic" sz="quarter" idx="36"/>
          </p:nvPr>
        </p:nvSpPr>
        <p:spPr>
          <a:xfrm>
            <a:off x="7416963" y="3121794"/>
            <a:ext cx="1799279" cy="1097726"/>
          </a:xfrm>
          <a:custGeom>
            <a:avLst/>
            <a:gdLst>
              <a:gd name="connsiteX0" fmla="*/ 474570 w 1799279"/>
              <a:gd name="connsiteY0" fmla="*/ 0 h 1097726"/>
              <a:gd name="connsiteX1" fmla="*/ 1799279 w 1799279"/>
              <a:gd name="connsiteY1" fmla="*/ 0 h 1097726"/>
              <a:gd name="connsiteX2" fmla="*/ 132479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570" y="0"/>
                </a:moveTo>
                <a:lnTo>
                  <a:pt x="1799279" y="0"/>
                </a:lnTo>
                <a:lnTo>
                  <a:pt x="132479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55" name="Picture Placeholder 54">
            <a:extLst>
              <a:ext uri="{FF2B5EF4-FFF2-40B4-BE49-F238E27FC236}">
                <a16:creationId xmlns:a16="http://schemas.microsoft.com/office/drawing/2014/main" id="{83197EDA-7F24-4C0A-B859-34173E066FC8}"/>
              </a:ext>
            </a:extLst>
          </p:cNvPr>
          <p:cNvSpPr>
            <a:spLocks noGrp="1"/>
          </p:cNvSpPr>
          <p:nvPr>
            <p:ph type="pic" sz="quarter" idx="35"/>
          </p:nvPr>
        </p:nvSpPr>
        <p:spPr>
          <a:xfrm>
            <a:off x="5933589" y="3121794"/>
            <a:ext cx="1799125" cy="1097726"/>
          </a:xfrm>
          <a:custGeom>
            <a:avLst/>
            <a:gdLst>
              <a:gd name="connsiteX0" fmla="*/ 474570 w 1799125"/>
              <a:gd name="connsiteY0" fmla="*/ 0 h 1097726"/>
              <a:gd name="connsiteX1" fmla="*/ 1799125 w 1799125"/>
              <a:gd name="connsiteY1" fmla="*/ 0 h 1097726"/>
              <a:gd name="connsiteX2" fmla="*/ 1799125 w 1799125"/>
              <a:gd name="connsiteY2" fmla="*/ 356 h 1097726"/>
              <a:gd name="connsiteX3" fmla="*/ 1324799 w 1799125"/>
              <a:gd name="connsiteY3" fmla="*/ 1097726 h 1097726"/>
              <a:gd name="connsiteX4" fmla="*/ 0 w 1799125"/>
              <a:gd name="connsiteY4" fmla="*/ 1097726 h 1097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125" h="1097726">
                <a:moveTo>
                  <a:pt x="474570" y="0"/>
                </a:moveTo>
                <a:lnTo>
                  <a:pt x="1799125" y="0"/>
                </a:lnTo>
                <a:lnTo>
                  <a:pt x="1799125" y="356"/>
                </a:lnTo>
                <a:lnTo>
                  <a:pt x="132479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52" name="Picture Placeholder 51">
            <a:extLst>
              <a:ext uri="{FF2B5EF4-FFF2-40B4-BE49-F238E27FC236}">
                <a16:creationId xmlns:a16="http://schemas.microsoft.com/office/drawing/2014/main" id="{D5CFC424-FDBC-4BD5-B5FB-E2C7B5DE6006}"/>
              </a:ext>
            </a:extLst>
          </p:cNvPr>
          <p:cNvSpPr>
            <a:spLocks noGrp="1"/>
          </p:cNvSpPr>
          <p:nvPr>
            <p:ph type="pic" sz="quarter" idx="34"/>
          </p:nvPr>
        </p:nvSpPr>
        <p:spPr>
          <a:xfrm>
            <a:off x="4450214"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49" name="Picture Placeholder 48">
            <a:extLst>
              <a:ext uri="{FF2B5EF4-FFF2-40B4-BE49-F238E27FC236}">
                <a16:creationId xmlns:a16="http://schemas.microsoft.com/office/drawing/2014/main" id="{B2475369-85E0-474D-9454-6911B2BB54D5}"/>
              </a:ext>
            </a:extLst>
          </p:cNvPr>
          <p:cNvSpPr>
            <a:spLocks noGrp="1"/>
          </p:cNvSpPr>
          <p:nvPr>
            <p:ph type="pic" sz="quarter" idx="33"/>
          </p:nvPr>
        </p:nvSpPr>
        <p:spPr>
          <a:xfrm>
            <a:off x="2966838" y="3121794"/>
            <a:ext cx="1799279" cy="1097726"/>
          </a:xfrm>
          <a:custGeom>
            <a:avLst/>
            <a:gdLst>
              <a:gd name="connsiteX0" fmla="*/ 47448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48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46" name="Picture Placeholder 45">
            <a:extLst>
              <a:ext uri="{FF2B5EF4-FFF2-40B4-BE49-F238E27FC236}">
                <a16:creationId xmlns:a16="http://schemas.microsoft.com/office/drawing/2014/main" id="{9231E13B-CD8C-48FC-A6DB-E87F08B46287}"/>
              </a:ext>
            </a:extLst>
          </p:cNvPr>
          <p:cNvSpPr>
            <a:spLocks noGrp="1"/>
          </p:cNvSpPr>
          <p:nvPr>
            <p:ph type="pic" sz="quarter" idx="32"/>
          </p:nvPr>
        </p:nvSpPr>
        <p:spPr>
          <a:xfrm>
            <a:off x="1483375" y="3121794"/>
            <a:ext cx="1799279" cy="1097726"/>
          </a:xfrm>
          <a:custGeom>
            <a:avLst/>
            <a:gdLst>
              <a:gd name="connsiteX0" fmla="*/ 474569 w 1799279"/>
              <a:gd name="connsiteY0" fmla="*/ 0 h 1097726"/>
              <a:gd name="connsiteX1" fmla="*/ 1799279 w 1799279"/>
              <a:gd name="connsiteY1" fmla="*/ 0 h 1097726"/>
              <a:gd name="connsiteX2" fmla="*/ 1324798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474569" y="0"/>
                </a:moveTo>
                <a:lnTo>
                  <a:pt x="1799279" y="0"/>
                </a:lnTo>
                <a:lnTo>
                  <a:pt x="1324798"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43" name="Picture Placeholder 42">
            <a:extLst>
              <a:ext uri="{FF2B5EF4-FFF2-40B4-BE49-F238E27FC236}">
                <a16:creationId xmlns:a16="http://schemas.microsoft.com/office/drawing/2014/main" id="{9A7D62AC-CCFA-44C3-98ED-F750B562B964}"/>
              </a:ext>
            </a:extLst>
          </p:cNvPr>
          <p:cNvSpPr>
            <a:spLocks noGrp="1"/>
          </p:cNvSpPr>
          <p:nvPr>
            <p:ph type="pic" sz="quarter" idx="31"/>
          </p:nvPr>
        </p:nvSpPr>
        <p:spPr>
          <a:xfrm>
            <a:off x="1" y="3121794"/>
            <a:ext cx="1799279" cy="1097726"/>
          </a:xfrm>
          <a:custGeom>
            <a:avLst/>
            <a:gdLst>
              <a:gd name="connsiteX0" fmla="*/ 0 w 1799279"/>
              <a:gd name="connsiteY0" fmla="*/ 0 h 1097726"/>
              <a:gd name="connsiteX1" fmla="*/ 1799279 w 1799279"/>
              <a:gd name="connsiteY1" fmla="*/ 0 h 1097726"/>
              <a:gd name="connsiteX2" fmla="*/ 1324709 w 1799279"/>
              <a:gd name="connsiteY2" fmla="*/ 1097726 h 1097726"/>
              <a:gd name="connsiteX3" fmla="*/ 0 w 1799279"/>
              <a:gd name="connsiteY3" fmla="*/ 1097726 h 1097726"/>
            </a:gdLst>
            <a:ahLst/>
            <a:cxnLst>
              <a:cxn ang="0">
                <a:pos x="connsiteX0" y="connsiteY0"/>
              </a:cxn>
              <a:cxn ang="0">
                <a:pos x="connsiteX1" y="connsiteY1"/>
              </a:cxn>
              <a:cxn ang="0">
                <a:pos x="connsiteX2" y="connsiteY2"/>
              </a:cxn>
              <a:cxn ang="0">
                <a:pos x="connsiteX3" y="connsiteY3"/>
              </a:cxn>
            </a:cxnLst>
            <a:rect l="l" t="t" r="r" b="b"/>
            <a:pathLst>
              <a:path w="1799279" h="1097726">
                <a:moveTo>
                  <a:pt x="0" y="0"/>
                </a:moveTo>
                <a:lnTo>
                  <a:pt x="1799279" y="0"/>
                </a:lnTo>
                <a:lnTo>
                  <a:pt x="1324709" y="1097726"/>
                </a:lnTo>
                <a:lnTo>
                  <a:pt x="0" y="1097726"/>
                </a:lnTo>
                <a:close/>
              </a:path>
            </a:pathLst>
          </a:custGeom>
        </p:spPr>
        <p:txBody>
          <a:bodyPr wrap="square" anchor="ctr">
            <a:noAutofit/>
          </a:bodyPr>
          <a:lstStyle>
            <a:lvl1pPr marL="0" indent="0" algn="ctr">
              <a:buNone/>
              <a:defRPr sz="1050"/>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CEEF1FEE-F11E-4D86-B18A-334DC8379152}"/>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E143D405-92C8-41A3-8CA8-EAB7EE6E983D}"/>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8813E559-638A-4105-95C4-0812BAFB7E3E}"/>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25" name="Title 1">
            <a:extLst>
              <a:ext uri="{FF2B5EF4-FFF2-40B4-BE49-F238E27FC236}">
                <a16:creationId xmlns:a16="http://schemas.microsoft.com/office/drawing/2014/main" id="{0157B5A6-CA34-4D5D-9A70-14D478D55DE0}"/>
              </a:ext>
            </a:extLst>
          </p:cNvPr>
          <p:cNvSpPr>
            <a:spLocks noGrp="1"/>
          </p:cNvSpPr>
          <p:nvPr>
            <p:ph type="title"/>
          </p:nvPr>
        </p:nvSpPr>
        <p:spPr>
          <a:xfrm>
            <a:off x="1034142" y="670094"/>
            <a:ext cx="10134601" cy="924808"/>
          </a:xfrm>
        </p:spPr>
        <p:txBody>
          <a:bodyPr lIns="0">
            <a:normAutofit/>
          </a:bodyPr>
          <a:lstStyle>
            <a:lvl1pPr algn="ct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28" name="Text Placeholder 15">
            <a:extLst>
              <a:ext uri="{FF2B5EF4-FFF2-40B4-BE49-F238E27FC236}">
                <a16:creationId xmlns:a16="http://schemas.microsoft.com/office/drawing/2014/main" id="{C0CAE507-1952-49D5-A01E-F3CEA53FEF39}"/>
              </a:ext>
            </a:extLst>
          </p:cNvPr>
          <p:cNvSpPr>
            <a:spLocks noGrp="1"/>
          </p:cNvSpPr>
          <p:nvPr>
            <p:ph type="body" sz="quarter" idx="25" hasCustomPrompt="1"/>
          </p:nvPr>
        </p:nvSpPr>
        <p:spPr>
          <a:xfrm>
            <a:off x="0" y="2325820"/>
            <a:ext cx="1799279"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29" name="Text Placeholder 18">
            <a:extLst>
              <a:ext uri="{FF2B5EF4-FFF2-40B4-BE49-F238E27FC236}">
                <a16:creationId xmlns:a16="http://schemas.microsoft.com/office/drawing/2014/main" id="{BC2F8ABF-1CD3-4283-BBC9-9536E8C0451D}"/>
              </a:ext>
            </a:extLst>
          </p:cNvPr>
          <p:cNvSpPr>
            <a:spLocks noGrp="1"/>
          </p:cNvSpPr>
          <p:nvPr>
            <p:ph type="body" sz="quarter" idx="26" hasCustomPrompt="1"/>
          </p:nvPr>
        </p:nvSpPr>
        <p:spPr>
          <a:xfrm>
            <a:off x="409" y="2586626"/>
            <a:ext cx="1798870"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67" name="Text Placeholder 15">
            <a:extLst>
              <a:ext uri="{FF2B5EF4-FFF2-40B4-BE49-F238E27FC236}">
                <a16:creationId xmlns:a16="http://schemas.microsoft.com/office/drawing/2014/main" id="{F3625817-ADC5-402C-BF70-E72E180EA94F}"/>
              </a:ext>
            </a:extLst>
          </p:cNvPr>
          <p:cNvSpPr>
            <a:spLocks noGrp="1"/>
          </p:cNvSpPr>
          <p:nvPr>
            <p:ph type="body" sz="quarter" idx="39" hasCustomPrompt="1"/>
          </p:nvPr>
        </p:nvSpPr>
        <p:spPr>
          <a:xfrm>
            <a:off x="3429000"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68" name="Text Placeholder 18">
            <a:extLst>
              <a:ext uri="{FF2B5EF4-FFF2-40B4-BE49-F238E27FC236}">
                <a16:creationId xmlns:a16="http://schemas.microsoft.com/office/drawing/2014/main" id="{1CD742BF-928E-4F96-A707-0762F7415A8F}"/>
              </a:ext>
            </a:extLst>
          </p:cNvPr>
          <p:cNvSpPr>
            <a:spLocks noGrp="1"/>
          </p:cNvSpPr>
          <p:nvPr>
            <p:ph type="body" sz="quarter" idx="40" hasCustomPrompt="1"/>
          </p:nvPr>
        </p:nvSpPr>
        <p:spPr>
          <a:xfrm>
            <a:off x="3429005"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69" name="Text Placeholder 15">
            <a:extLst>
              <a:ext uri="{FF2B5EF4-FFF2-40B4-BE49-F238E27FC236}">
                <a16:creationId xmlns:a16="http://schemas.microsoft.com/office/drawing/2014/main" id="{F63CF451-68B6-4006-B393-3926AD5577FC}"/>
              </a:ext>
            </a:extLst>
          </p:cNvPr>
          <p:cNvSpPr>
            <a:spLocks noGrp="1"/>
          </p:cNvSpPr>
          <p:nvPr>
            <p:ph type="body" sz="quarter" idx="41" hasCustomPrompt="1"/>
          </p:nvPr>
        </p:nvSpPr>
        <p:spPr>
          <a:xfrm>
            <a:off x="6395597"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0" name="Text Placeholder 18">
            <a:extLst>
              <a:ext uri="{FF2B5EF4-FFF2-40B4-BE49-F238E27FC236}">
                <a16:creationId xmlns:a16="http://schemas.microsoft.com/office/drawing/2014/main" id="{0812886F-184C-40A8-A729-8B4B49268797}"/>
              </a:ext>
            </a:extLst>
          </p:cNvPr>
          <p:cNvSpPr>
            <a:spLocks noGrp="1"/>
          </p:cNvSpPr>
          <p:nvPr>
            <p:ph type="body" sz="quarter" idx="42" hasCustomPrompt="1"/>
          </p:nvPr>
        </p:nvSpPr>
        <p:spPr>
          <a:xfrm>
            <a:off x="6395602"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1" name="Text Placeholder 15">
            <a:extLst>
              <a:ext uri="{FF2B5EF4-FFF2-40B4-BE49-F238E27FC236}">
                <a16:creationId xmlns:a16="http://schemas.microsoft.com/office/drawing/2014/main" id="{227745AB-F0A1-4D69-B3E7-1E05EC5A83C9}"/>
              </a:ext>
            </a:extLst>
          </p:cNvPr>
          <p:cNvSpPr>
            <a:spLocks noGrp="1"/>
          </p:cNvSpPr>
          <p:nvPr>
            <p:ph type="body" sz="quarter" idx="43" hasCustomPrompt="1"/>
          </p:nvPr>
        </p:nvSpPr>
        <p:spPr>
          <a:xfrm>
            <a:off x="9371508" y="232582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2" name="Text Placeholder 18">
            <a:extLst>
              <a:ext uri="{FF2B5EF4-FFF2-40B4-BE49-F238E27FC236}">
                <a16:creationId xmlns:a16="http://schemas.microsoft.com/office/drawing/2014/main" id="{FA1D1660-FDA5-41B8-9EE3-ADA0E15F0CD7}"/>
              </a:ext>
            </a:extLst>
          </p:cNvPr>
          <p:cNvSpPr>
            <a:spLocks noGrp="1"/>
          </p:cNvSpPr>
          <p:nvPr>
            <p:ph type="body" sz="quarter" idx="44" hasCustomPrompt="1"/>
          </p:nvPr>
        </p:nvSpPr>
        <p:spPr>
          <a:xfrm>
            <a:off x="9371513" y="258662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3" name="Text Placeholder 15">
            <a:extLst>
              <a:ext uri="{FF2B5EF4-FFF2-40B4-BE49-F238E27FC236}">
                <a16:creationId xmlns:a16="http://schemas.microsoft.com/office/drawing/2014/main" id="{40B672B5-5EF2-428E-8952-03BB5F47FB44}"/>
              </a:ext>
            </a:extLst>
          </p:cNvPr>
          <p:cNvSpPr>
            <a:spLocks noGrp="1"/>
          </p:cNvSpPr>
          <p:nvPr>
            <p:ph type="body" sz="quarter" idx="45" hasCustomPrompt="1"/>
          </p:nvPr>
        </p:nvSpPr>
        <p:spPr>
          <a:xfrm>
            <a:off x="1483375" y="450748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4" name="Text Placeholder 18">
            <a:extLst>
              <a:ext uri="{FF2B5EF4-FFF2-40B4-BE49-F238E27FC236}">
                <a16:creationId xmlns:a16="http://schemas.microsoft.com/office/drawing/2014/main" id="{AAB3392A-4B63-483C-B97B-A962BA72959A}"/>
              </a:ext>
            </a:extLst>
          </p:cNvPr>
          <p:cNvSpPr>
            <a:spLocks noGrp="1"/>
          </p:cNvSpPr>
          <p:nvPr>
            <p:ph type="body" sz="quarter" idx="46" hasCustomPrompt="1"/>
          </p:nvPr>
        </p:nvSpPr>
        <p:spPr>
          <a:xfrm>
            <a:off x="1483380" y="476828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5" name="Text Placeholder 15">
            <a:extLst>
              <a:ext uri="{FF2B5EF4-FFF2-40B4-BE49-F238E27FC236}">
                <a16:creationId xmlns:a16="http://schemas.microsoft.com/office/drawing/2014/main" id="{52F154E0-81D0-4ED7-81F5-F2A41F6EE2EA}"/>
              </a:ext>
            </a:extLst>
          </p:cNvPr>
          <p:cNvSpPr>
            <a:spLocks noGrp="1"/>
          </p:cNvSpPr>
          <p:nvPr>
            <p:ph type="body" sz="quarter" idx="47" hasCustomPrompt="1"/>
          </p:nvPr>
        </p:nvSpPr>
        <p:spPr>
          <a:xfrm>
            <a:off x="4457493" y="4507480"/>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6" name="Text Placeholder 18">
            <a:extLst>
              <a:ext uri="{FF2B5EF4-FFF2-40B4-BE49-F238E27FC236}">
                <a16:creationId xmlns:a16="http://schemas.microsoft.com/office/drawing/2014/main" id="{D57D2666-5AA0-4552-8434-DE134549DA05}"/>
              </a:ext>
            </a:extLst>
          </p:cNvPr>
          <p:cNvSpPr>
            <a:spLocks noGrp="1"/>
          </p:cNvSpPr>
          <p:nvPr>
            <p:ph type="body" sz="quarter" idx="48" hasCustomPrompt="1"/>
          </p:nvPr>
        </p:nvSpPr>
        <p:spPr>
          <a:xfrm>
            <a:off x="4457498" y="4768286"/>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7" name="Text Placeholder 15">
            <a:extLst>
              <a:ext uri="{FF2B5EF4-FFF2-40B4-BE49-F238E27FC236}">
                <a16:creationId xmlns:a16="http://schemas.microsoft.com/office/drawing/2014/main" id="{7E6E0780-44C2-48C7-99F2-E711D9BFA855}"/>
              </a:ext>
            </a:extLst>
          </p:cNvPr>
          <p:cNvSpPr>
            <a:spLocks noGrp="1"/>
          </p:cNvSpPr>
          <p:nvPr>
            <p:ph type="body" sz="quarter" idx="49" hasCustomPrompt="1"/>
          </p:nvPr>
        </p:nvSpPr>
        <p:spPr>
          <a:xfrm>
            <a:off x="7416963" y="4502202"/>
            <a:ext cx="1337117"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78" name="Text Placeholder 18">
            <a:extLst>
              <a:ext uri="{FF2B5EF4-FFF2-40B4-BE49-F238E27FC236}">
                <a16:creationId xmlns:a16="http://schemas.microsoft.com/office/drawing/2014/main" id="{41A5DBDC-E19D-4B74-863C-D63A78E49380}"/>
              </a:ext>
            </a:extLst>
          </p:cNvPr>
          <p:cNvSpPr>
            <a:spLocks noGrp="1"/>
          </p:cNvSpPr>
          <p:nvPr>
            <p:ph type="body" sz="quarter" idx="50" hasCustomPrompt="1"/>
          </p:nvPr>
        </p:nvSpPr>
        <p:spPr>
          <a:xfrm>
            <a:off x="7416968" y="4763008"/>
            <a:ext cx="1336813"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
        <p:nvSpPr>
          <p:cNvPr id="79" name="Text Placeholder 15">
            <a:extLst>
              <a:ext uri="{FF2B5EF4-FFF2-40B4-BE49-F238E27FC236}">
                <a16:creationId xmlns:a16="http://schemas.microsoft.com/office/drawing/2014/main" id="{EEFB1377-2783-49F1-A131-38F4B63B90C4}"/>
              </a:ext>
            </a:extLst>
          </p:cNvPr>
          <p:cNvSpPr>
            <a:spLocks noGrp="1"/>
          </p:cNvSpPr>
          <p:nvPr>
            <p:ph type="body" sz="quarter" idx="51" hasCustomPrompt="1"/>
          </p:nvPr>
        </p:nvSpPr>
        <p:spPr>
          <a:xfrm>
            <a:off x="10376433" y="4527297"/>
            <a:ext cx="1799279" cy="320381"/>
          </a:xfrm>
        </p:spPr>
        <p:txBody>
          <a:bodyPr lIns="0" anchor="ctr">
            <a:noAutofit/>
          </a:bodyPr>
          <a:lstStyle>
            <a:lvl1pPr marL="0" indent="0" algn="ctr">
              <a:buNone/>
              <a:defRPr lang="en-US" sz="1200" kern="1200" cap="all" baseline="0" dirty="0">
                <a:solidFill>
                  <a:schemeClr val="accent1"/>
                </a:solidFill>
                <a:latin typeface="+mj-lt"/>
                <a:ea typeface="+mj-ea"/>
                <a:cs typeface="+mj-cs"/>
              </a:defRPr>
            </a:lvl1pPr>
          </a:lstStyle>
          <a:p>
            <a:pPr lvl="0"/>
            <a:r>
              <a:rPr lang="en-US"/>
              <a:t>name</a:t>
            </a:r>
          </a:p>
        </p:txBody>
      </p:sp>
      <p:sp>
        <p:nvSpPr>
          <p:cNvPr id="80" name="Text Placeholder 18">
            <a:extLst>
              <a:ext uri="{FF2B5EF4-FFF2-40B4-BE49-F238E27FC236}">
                <a16:creationId xmlns:a16="http://schemas.microsoft.com/office/drawing/2014/main" id="{C188F315-95C8-490A-AB31-6B6D7A7A5357}"/>
              </a:ext>
            </a:extLst>
          </p:cNvPr>
          <p:cNvSpPr>
            <a:spLocks noGrp="1"/>
          </p:cNvSpPr>
          <p:nvPr>
            <p:ph type="body" sz="quarter" idx="52" hasCustomPrompt="1"/>
          </p:nvPr>
        </p:nvSpPr>
        <p:spPr>
          <a:xfrm>
            <a:off x="10376438" y="4788103"/>
            <a:ext cx="1798870" cy="361598"/>
          </a:xfrm>
        </p:spPr>
        <p:txBody>
          <a:bodyPr lIns="0">
            <a:normAutofit/>
          </a:bodyPr>
          <a:lstStyle>
            <a:lvl1pPr marL="0" indent="0" algn="ctr">
              <a:lnSpc>
                <a:spcPct val="150000"/>
              </a:lnSpc>
              <a:buFont typeface="Arial" panose="020B0604020202020204" pitchFamily="34" charset="0"/>
              <a:buNone/>
              <a:defRPr sz="900">
                <a:solidFill>
                  <a:schemeClr val="tx1"/>
                </a:solidFill>
              </a:defRPr>
            </a:lvl1pPr>
          </a:lstStyle>
          <a:p>
            <a:pPr lvl="0"/>
            <a:r>
              <a:rPr lang="en-US"/>
              <a:t>Title</a:t>
            </a:r>
          </a:p>
        </p:txBody>
      </p:sp>
    </p:spTree>
    <p:extLst>
      <p:ext uri="{BB962C8B-B14F-4D97-AF65-F5344CB8AC3E}">
        <p14:creationId xmlns:p14="http://schemas.microsoft.com/office/powerpoint/2010/main" val="1051908232"/>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4 column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B45A-9FA0-4D2A-8BEF-4709BD5C14CA}"/>
              </a:ext>
            </a:extLst>
          </p:cNvPr>
          <p:cNvSpPr>
            <a:spLocks noGrp="1"/>
          </p:cNvSpPr>
          <p:nvPr>
            <p:ph type="title"/>
          </p:nvPr>
        </p:nvSpPr>
        <p:spPr>
          <a:xfrm>
            <a:off x="1034142" y="1110286"/>
            <a:ext cx="10515600" cy="924808"/>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7" name="Straight Connector 6">
            <a:extLst>
              <a:ext uri="{FF2B5EF4-FFF2-40B4-BE49-F238E27FC236}">
                <a16:creationId xmlns:a16="http://schemas.microsoft.com/office/drawing/2014/main" id="{F87A579D-F737-4350-8205-BCA37BAFE1AB}"/>
              </a:ext>
            </a:extLst>
          </p:cNvPr>
          <p:cNvCxnSpPr>
            <a:cxnSpLocks/>
          </p:cNvCxnSpPr>
          <p:nvPr userDrawn="1"/>
        </p:nvCxnSpPr>
        <p:spPr>
          <a:xfrm>
            <a:off x="1121228" y="0"/>
            <a:ext cx="0" cy="11102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 Placeholder 2">
            <a:extLst>
              <a:ext uri="{FF2B5EF4-FFF2-40B4-BE49-F238E27FC236}">
                <a16:creationId xmlns:a16="http://schemas.microsoft.com/office/drawing/2014/main" id="{3135F811-46C6-4574-99D7-6B90FE873BDF}"/>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1" name="Content Placeholder 3">
            <a:extLst>
              <a:ext uri="{FF2B5EF4-FFF2-40B4-BE49-F238E27FC236}">
                <a16:creationId xmlns:a16="http://schemas.microsoft.com/office/drawing/2014/main" id="{AB03F056-6BD3-4D1E-B794-6796E05CC4CF}"/>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2" name="Text Placeholder 4">
            <a:extLst>
              <a:ext uri="{FF2B5EF4-FFF2-40B4-BE49-F238E27FC236}">
                <a16:creationId xmlns:a16="http://schemas.microsoft.com/office/drawing/2014/main" id="{DD442E15-02E7-470A-B455-1641DC03E513}"/>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Content Placeholder 5">
            <a:extLst>
              <a:ext uri="{FF2B5EF4-FFF2-40B4-BE49-F238E27FC236}">
                <a16:creationId xmlns:a16="http://schemas.microsoft.com/office/drawing/2014/main" id="{7AB804A3-DDE8-4F7C-AA96-94BD898660F1}"/>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Text Placeholder 2">
            <a:extLst>
              <a:ext uri="{FF2B5EF4-FFF2-40B4-BE49-F238E27FC236}">
                <a16:creationId xmlns:a16="http://schemas.microsoft.com/office/drawing/2014/main" id="{41D76E21-775F-4F86-8F17-E8258055D6DE}"/>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5" name="Content Placeholder 3">
            <a:extLst>
              <a:ext uri="{FF2B5EF4-FFF2-40B4-BE49-F238E27FC236}">
                <a16:creationId xmlns:a16="http://schemas.microsoft.com/office/drawing/2014/main" id="{290EB005-534F-4E5E-81D4-3795AF32C8FB}"/>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Text Placeholder 2">
            <a:extLst>
              <a:ext uri="{FF2B5EF4-FFF2-40B4-BE49-F238E27FC236}">
                <a16:creationId xmlns:a16="http://schemas.microsoft.com/office/drawing/2014/main" id="{4DDA664B-9E00-41E2-903A-87130EEDB2DF}"/>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7" name="Content Placeholder 3">
            <a:extLst>
              <a:ext uri="{FF2B5EF4-FFF2-40B4-BE49-F238E27FC236}">
                <a16:creationId xmlns:a16="http://schemas.microsoft.com/office/drawing/2014/main" id="{F38183B6-48F8-4715-8596-BFC77AFE9243}"/>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2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8" name="Text Placeholder 2">
            <a:extLst>
              <a:ext uri="{FF2B5EF4-FFF2-40B4-BE49-F238E27FC236}">
                <a16:creationId xmlns:a16="http://schemas.microsoft.com/office/drawing/2014/main" id="{0C6D44CB-DAE7-40C8-B7B5-3AC0F92E224A}"/>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0" name="Text Placeholder 2">
            <a:extLst>
              <a:ext uri="{FF2B5EF4-FFF2-40B4-BE49-F238E27FC236}">
                <a16:creationId xmlns:a16="http://schemas.microsoft.com/office/drawing/2014/main" id="{D388CB94-B0AB-4513-9265-432FA36890D7}"/>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5" name="Text Placeholder 2">
            <a:extLst>
              <a:ext uri="{FF2B5EF4-FFF2-40B4-BE49-F238E27FC236}">
                <a16:creationId xmlns:a16="http://schemas.microsoft.com/office/drawing/2014/main" id="{82DB4D40-3550-49E6-AF64-41E7E499F45D}"/>
              </a:ext>
            </a:extLst>
          </p:cNvPr>
          <p:cNvSpPr>
            <a:spLocks noGrp="1"/>
          </p:cNvSpPr>
          <p:nvPr>
            <p:ph type="body" idx="23" hasCustomPrompt="1"/>
          </p:nvPr>
        </p:nvSpPr>
        <p:spPr>
          <a:xfrm>
            <a:off x="9023074" y="4464454"/>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6" name="Text Placeholder 2">
            <a:extLst>
              <a:ext uri="{FF2B5EF4-FFF2-40B4-BE49-F238E27FC236}">
                <a16:creationId xmlns:a16="http://schemas.microsoft.com/office/drawing/2014/main" id="{F6056747-20EC-4D2B-8AD5-79902BC51847}"/>
              </a:ext>
            </a:extLst>
          </p:cNvPr>
          <p:cNvSpPr>
            <a:spLocks noGrp="1"/>
          </p:cNvSpPr>
          <p:nvPr>
            <p:ph type="body" idx="24" hasCustomPrompt="1"/>
          </p:nvPr>
        </p:nvSpPr>
        <p:spPr>
          <a:xfrm>
            <a:off x="3568700" y="4464453"/>
            <a:ext cx="2330726" cy="438505"/>
          </a:xfrm>
        </p:spPr>
        <p:txBody>
          <a:bodyPr lIns="0" rIns="0" anchor="b">
            <a:noAutofit/>
          </a:bodyPr>
          <a:lstStyle>
            <a:lvl1pPr marL="0" indent="0" algn="ctr">
              <a:buNone/>
              <a:defRPr lang="en-US" sz="1400" kern="1200" cap="all" spc="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Tree>
    <p:extLst>
      <p:ext uri="{BB962C8B-B14F-4D97-AF65-F5344CB8AC3E}">
        <p14:creationId xmlns:p14="http://schemas.microsoft.com/office/powerpoint/2010/main" val="141809749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with pic M">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65E2A4-B306-4415-9D4B-9E9F98B043BB}"/>
              </a:ext>
            </a:extLst>
          </p:cNvPr>
          <p:cNvSpPr>
            <a:spLocks noGrp="1"/>
          </p:cNvSpPr>
          <p:nvPr>
            <p:ph type="pic" sz="quarter" idx="13"/>
          </p:nvPr>
        </p:nvSpPr>
        <p:spPr>
          <a:xfrm>
            <a:off x="0" y="0"/>
            <a:ext cx="6508046" cy="6858000"/>
          </a:xfrm>
          <a:custGeom>
            <a:avLst/>
            <a:gdLst>
              <a:gd name="connsiteX0" fmla="*/ 0 w 6508046"/>
              <a:gd name="connsiteY0" fmla="*/ 0 h 6858000"/>
              <a:gd name="connsiteX1" fmla="*/ 364331 w 6508046"/>
              <a:gd name="connsiteY1" fmla="*/ 0 h 6858000"/>
              <a:gd name="connsiteX2" fmla="*/ 1163270 w 6508046"/>
              <a:gd name="connsiteY2" fmla="*/ 2195274 h 6858000"/>
              <a:gd name="connsiteX3" fmla="*/ 1708696 w 6508046"/>
              <a:gd name="connsiteY3" fmla="*/ 4033986 h 6858000"/>
              <a:gd name="connsiteX4" fmla="*/ 1771025 w 6508046"/>
              <a:gd name="connsiteY4" fmla="*/ 4033986 h 6858000"/>
              <a:gd name="connsiteX5" fmla="*/ 2316450 w 6508046"/>
              <a:gd name="connsiteY5" fmla="*/ 2195274 h 6858000"/>
              <a:gd name="connsiteX6" fmla="*/ 3084403 w 6508046"/>
              <a:gd name="connsiteY6" fmla="*/ 0 h 6858000"/>
              <a:gd name="connsiteX7" fmla="*/ 6508046 w 6508046"/>
              <a:gd name="connsiteY7" fmla="*/ 0 h 6858000"/>
              <a:gd name="connsiteX8" fmla="*/ 6508046 w 6508046"/>
              <a:gd name="connsiteY8" fmla="*/ 6858000 h 6858000"/>
              <a:gd name="connsiteX9" fmla="*/ 4310896 w 6508046"/>
              <a:gd name="connsiteY9" fmla="*/ 6858000 h 6858000"/>
              <a:gd name="connsiteX10" fmla="*/ 4310896 w 6508046"/>
              <a:gd name="connsiteY10" fmla="*/ 4407962 h 6858000"/>
              <a:gd name="connsiteX11" fmla="*/ 4638169 w 6508046"/>
              <a:gd name="connsiteY11" fmla="*/ 683746 h 6858000"/>
              <a:gd name="connsiteX12" fmla="*/ 4575840 w 6508046"/>
              <a:gd name="connsiteY12" fmla="*/ 683746 h 6858000"/>
              <a:gd name="connsiteX13" fmla="*/ 3734395 w 6508046"/>
              <a:gd name="connsiteY13" fmla="*/ 3332738 h 6858000"/>
              <a:gd name="connsiteX14" fmla="*/ 2441823 w 6508046"/>
              <a:gd name="connsiteY14" fmla="*/ 6858000 h 6858000"/>
              <a:gd name="connsiteX15" fmla="*/ 914221 w 6508046"/>
              <a:gd name="connsiteY15" fmla="*/ 6858000 h 6858000"/>
              <a:gd name="connsiteX16" fmla="*/ 0 w 6508046"/>
              <a:gd name="connsiteY16" fmla="*/ 43361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8046" h="6858000">
                <a:moveTo>
                  <a:pt x="0" y="0"/>
                </a:moveTo>
                <a:lnTo>
                  <a:pt x="364331" y="0"/>
                </a:lnTo>
                <a:lnTo>
                  <a:pt x="1163270" y="2195274"/>
                </a:lnTo>
                <a:cubicBezTo>
                  <a:pt x="1350258" y="2787402"/>
                  <a:pt x="1521708" y="3395157"/>
                  <a:pt x="1708696" y="4033986"/>
                </a:cubicBezTo>
                <a:lnTo>
                  <a:pt x="1771025" y="4033986"/>
                </a:lnTo>
                <a:cubicBezTo>
                  <a:pt x="1958013" y="3395067"/>
                  <a:pt x="2113925" y="2787313"/>
                  <a:pt x="2316450" y="2195274"/>
                </a:cubicBezTo>
                <a:lnTo>
                  <a:pt x="3084403" y="0"/>
                </a:lnTo>
                <a:lnTo>
                  <a:pt x="6508046" y="0"/>
                </a:lnTo>
                <a:lnTo>
                  <a:pt x="6508046" y="6858000"/>
                </a:lnTo>
                <a:lnTo>
                  <a:pt x="4310896" y="6858000"/>
                </a:lnTo>
                <a:lnTo>
                  <a:pt x="4310896" y="4407962"/>
                </a:lnTo>
                <a:cubicBezTo>
                  <a:pt x="4310896" y="3410694"/>
                  <a:pt x="4513511" y="1681014"/>
                  <a:pt x="4638169" y="683746"/>
                </a:cubicBezTo>
                <a:lnTo>
                  <a:pt x="4575840" y="683746"/>
                </a:lnTo>
                <a:lnTo>
                  <a:pt x="3734395" y="3332738"/>
                </a:lnTo>
                <a:lnTo>
                  <a:pt x="2441823" y="6858000"/>
                </a:lnTo>
                <a:lnTo>
                  <a:pt x="914221" y="6858000"/>
                </a:lnTo>
                <a:lnTo>
                  <a:pt x="0" y="4336167"/>
                </a:lnTo>
                <a:close/>
              </a:path>
            </a:pathLst>
          </a:custGeom>
        </p:spPr>
        <p:txBody>
          <a:bodyPr wrap="square">
            <a:noAutofit/>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D772EF9B-97B0-4909-B1C8-B680035F9DC5}"/>
              </a:ext>
            </a:extLst>
          </p:cNvPr>
          <p:cNvSpPr>
            <a:spLocks noGrp="1"/>
          </p:cNvSpPr>
          <p:nvPr>
            <p:ph idx="1"/>
          </p:nvPr>
        </p:nvSpPr>
        <p:spPr>
          <a:xfrm>
            <a:off x="7260771" y="4136571"/>
            <a:ext cx="3907972" cy="1883230"/>
          </a:xfrm>
        </p:spPr>
        <p:txBody>
          <a:bodyPr lIns="0">
            <a:normAutofit/>
          </a:bodyPr>
          <a:lstStyle>
            <a:lvl1pPr marL="0" indent="0">
              <a:lnSpc>
                <a:spcPct val="150000"/>
              </a:lnSpc>
              <a:buNone/>
              <a:defRPr sz="1200"/>
            </a:lvl1pPr>
          </a:lstStyle>
          <a:p>
            <a:pPr lvl="0"/>
            <a:r>
              <a:rPr lang="en-US"/>
              <a:t>Click to edit Master text styles</a:t>
            </a:r>
          </a:p>
        </p:txBody>
      </p:sp>
      <p:sp>
        <p:nvSpPr>
          <p:cNvPr id="4" name="Date Placeholder 3">
            <a:extLst>
              <a:ext uri="{FF2B5EF4-FFF2-40B4-BE49-F238E27FC236}">
                <a16:creationId xmlns:a16="http://schemas.microsoft.com/office/drawing/2014/main" id="{241881D0-A955-463B-814E-4977DB443F87}"/>
              </a:ext>
            </a:extLst>
          </p:cNvPr>
          <p:cNvSpPr>
            <a:spLocks noGrp="1"/>
          </p:cNvSpPr>
          <p:nvPr>
            <p:ph type="dt" sz="half" idx="10"/>
          </p:nvPr>
        </p:nvSpPr>
        <p:spPr>
          <a:xfrm>
            <a:off x="838200" y="6356350"/>
            <a:ext cx="1643743" cy="365125"/>
          </a:xfrm>
        </p:spPr>
        <p:txBody>
          <a:bodyPr/>
          <a:lstStyle>
            <a:lvl1pPr algn="ctr">
              <a:defRPr>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60B6947-085B-4130-82A4-5D464A42F85F}"/>
              </a:ext>
            </a:extLst>
          </p:cNvPr>
          <p:cNvSpPr>
            <a:spLocks noGrp="1"/>
          </p:cNvSpPr>
          <p:nvPr>
            <p:ph type="ftr" sz="quarter" idx="11"/>
          </p:nvPr>
        </p:nvSpPr>
        <p:spPr>
          <a:xfrm>
            <a:off x="4332514" y="6356350"/>
            <a:ext cx="2175532" cy="365125"/>
          </a:xfrm>
        </p:spPr>
        <p:txBody>
          <a:bodyPr/>
          <a:lstStyle>
            <a:lvl1pPr>
              <a:defRPr>
                <a:solidFill>
                  <a:schemeClr val="tx1"/>
                </a:solidFill>
              </a:defRPr>
            </a:lvl1pPr>
          </a:lstStyle>
          <a:p>
            <a:r>
              <a:rPr lang="en-US" dirty="0"/>
              <a:t>Pitch deck</a:t>
            </a:r>
          </a:p>
        </p:txBody>
      </p:sp>
      <p:sp>
        <p:nvSpPr>
          <p:cNvPr id="6" name="Slide Number Placeholder 5">
            <a:extLst>
              <a:ext uri="{FF2B5EF4-FFF2-40B4-BE49-F238E27FC236}">
                <a16:creationId xmlns:a16="http://schemas.microsoft.com/office/drawing/2014/main" id="{ABD21287-635C-42C2-8343-AB4B83FB3B76}"/>
              </a:ext>
            </a:extLst>
          </p:cNvPr>
          <p:cNvSpPr>
            <a:spLocks noGrp="1"/>
          </p:cNvSpPr>
          <p:nvPr>
            <p:ph type="sldNum" sz="quarter" idx="12"/>
          </p:nvPr>
        </p:nvSpPr>
        <p:spPr/>
        <p:txBody>
          <a:bodyPr/>
          <a:lstStyle/>
          <a:p>
            <a:fld id="{9FF96520-E4CE-4EAD-8ABF-1D2297D6B3AA}" type="slidenum">
              <a:rPr lang="en-US" smtClean="0"/>
              <a:t>‹#›</a:t>
            </a:fld>
            <a:endParaRPr lang="en-US" dirty="0"/>
          </a:p>
        </p:txBody>
      </p:sp>
      <p:sp>
        <p:nvSpPr>
          <p:cNvPr id="8" name="Title 1">
            <a:extLst>
              <a:ext uri="{FF2B5EF4-FFF2-40B4-BE49-F238E27FC236}">
                <a16:creationId xmlns:a16="http://schemas.microsoft.com/office/drawing/2014/main" id="{7CA22921-D059-426E-8623-0C4322D58F73}"/>
              </a:ext>
            </a:extLst>
          </p:cNvPr>
          <p:cNvSpPr>
            <a:spLocks noGrp="1"/>
          </p:cNvSpPr>
          <p:nvPr>
            <p:ph type="title"/>
          </p:nvPr>
        </p:nvSpPr>
        <p:spPr>
          <a:xfrm>
            <a:off x="7260771" y="3363686"/>
            <a:ext cx="3907972" cy="555171"/>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cxnSp>
        <p:nvCxnSpPr>
          <p:cNvPr id="10" name="Straight Connector 9">
            <a:extLst>
              <a:ext uri="{FF2B5EF4-FFF2-40B4-BE49-F238E27FC236}">
                <a16:creationId xmlns:a16="http://schemas.microsoft.com/office/drawing/2014/main" id="{178A5C12-53C3-4CC4-AA3B-D3292948C778}"/>
              </a:ext>
            </a:extLst>
          </p:cNvPr>
          <p:cNvCxnSpPr>
            <a:cxnSpLocks/>
          </p:cNvCxnSpPr>
          <p:nvPr userDrawn="1"/>
        </p:nvCxnSpPr>
        <p:spPr>
          <a:xfrm>
            <a:off x="7271657" y="0"/>
            <a:ext cx="0" cy="3124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362931"/>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46" name="Picture Placeholder 45">
            <a:extLst>
              <a:ext uri="{FF2B5EF4-FFF2-40B4-BE49-F238E27FC236}">
                <a16:creationId xmlns:a16="http://schemas.microsoft.com/office/drawing/2014/main" id="{D230F83A-5E75-4047-ADC0-05151570D70A}"/>
              </a:ext>
            </a:extLst>
          </p:cNvPr>
          <p:cNvSpPr>
            <a:spLocks noGrp="1"/>
          </p:cNvSpPr>
          <p:nvPr>
            <p:ph type="pic" sz="quarter" idx="28"/>
          </p:nvPr>
        </p:nvSpPr>
        <p:spPr>
          <a:xfrm>
            <a:off x="6426578" y="0"/>
            <a:ext cx="5765422" cy="6858000"/>
          </a:xfrm>
          <a:custGeom>
            <a:avLst/>
            <a:gdLst>
              <a:gd name="connsiteX0" fmla="*/ 4105955 w 5765422"/>
              <a:gd name="connsiteY0" fmla="*/ 0 h 6858000"/>
              <a:gd name="connsiteX1" fmla="*/ 5765422 w 5765422"/>
              <a:gd name="connsiteY1" fmla="*/ 0 h 6858000"/>
              <a:gd name="connsiteX2" fmla="*/ 5765422 w 5765422"/>
              <a:gd name="connsiteY2" fmla="*/ 6858000 h 6858000"/>
              <a:gd name="connsiteX3" fmla="*/ 0 w 57654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65422" h="6858000">
                <a:moveTo>
                  <a:pt x="4105955" y="0"/>
                </a:moveTo>
                <a:lnTo>
                  <a:pt x="5765422" y="0"/>
                </a:lnTo>
                <a:lnTo>
                  <a:pt x="5765422" y="6858000"/>
                </a:lnTo>
                <a:lnTo>
                  <a:pt x="0" y="6858000"/>
                </a:lnTo>
                <a:close/>
              </a:path>
            </a:pathLst>
          </a:custGeom>
        </p:spPr>
        <p:txBody>
          <a:bodyPr wrap="square" anchor="ctr">
            <a:noAutofit/>
          </a:bodyPr>
          <a:lstStyle>
            <a:lvl1pPr marL="0" indent="0" algn="r">
              <a:buNone/>
              <a:defRPr/>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96FD6FB9-CD68-47AB-A03D-06B72104AF11}"/>
              </a:ext>
            </a:extLst>
          </p:cNvPr>
          <p:cNvSpPr>
            <a:spLocks noGrp="1"/>
          </p:cNvSpPr>
          <p:nvPr>
            <p:ph type="pic" sz="quarter" idx="27"/>
          </p:nvPr>
        </p:nvSpPr>
        <p:spPr>
          <a:xfrm>
            <a:off x="-11657" y="-16298"/>
            <a:ext cx="5555640" cy="6874299"/>
          </a:xfrm>
          <a:custGeom>
            <a:avLst/>
            <a:gdLst>
              <a:gd name="connsiteX0" fmla="*/ 0 w 5555640"/>
              <a:gd name="connsiteY0" fmla="*/ 0 h 6874299"/>
              <a:gd name="connsiteX1" fmla="*/ 5555640 w 5555640"/>
              <a:gd name="connsiteY1" fmla="*/ 8960 h 6874299"/>
              <a:gd name="connsiteX2" fmla="*/ 1445237 w 5555640"/>
              <a:gd name="connsiteY2" fmla="*/ 6874299 h 6874299"/>
              <a:gd name="connsiteX3" fmla="*/ 0 w 5555640"/>
              <a:gd name="connsiteY3" fmla="*/ 6874299 h 6874299"/>
            </a:gdLst>
            <a:ahLst/>
            <a:cxnLst>
              <a:cxn ang="0">
                <a:pos x="connsiteX0" y="connsiteY0"/>
              </a:cxn>
              <a:cxn ang="0">
                <a:pos x="connsiteX1" y="connsiteY1"/>
              </a:cxn>
              <a:cxn ang="0">
                <a:pos x="connsiteX2" y="connsiteY2"/>
              </a:cxn>
              <a:cxn ang="0">
                <a:pos x="connsiteX3" y="connsiteY3"/>
              </a:cxn>
            </a:cxnLst>
            <a:rect l="l" t="t" r="r" b="b"/>
            <a:pathLst>
              <a:path w="5555640" h="6874299">
                <a:moveTo>
                  <a:pt x="0" y="0"/>
                </a:moveTo>
                <a:lnTo>
                  <a:pt x="5555640" y="8960"/>
                </a:lnTo>
                <a:lnTo>
                  <a:pt x="1445237" y="6874299"/>
                </a:lnTo>
                <a:lnTo>
                  <a:pt x="0" y="6874299"/>
                </a:lnTo>
                <a:close/>
              </a:path>
            </a:pathLst>
          </a:custGeom>
        </p:spPr>
        <p:txBody>
          <a:bodyPr wrap="square">
            <a:noAutofit/>
          </a:bodyPr>
          <a:lstStyle/>
          <a:p>
            <a:r>
              <a:rPr lang="en-US"/>
              <a:t>Click icon to add picture</a:t>
            </a:r>
            <a:endParaRPr lang="en-US" dirty="0"/>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61307" y="4277953"/>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lvl1pPr>
              <a:defRPr>
                <a:solidFill>
                  <a:schemeClr val="tx1"/>
                </a:solidFill>
              </a:defRPr>
            </a:lvl1pPr>
          </a:lstStyle>
          <a:p>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lvl1pPr>
              <a:defRPr>
                <a:solidFill>
                  <a:schemeClr val="tx1"/>
                </a:solidFill>
              </a:defRPr>
            </a:lvl1pPr>
          </a:lstStyle>
          <a:p>
            <a:fld id="{B5CEABB6-07DC-46E8-9B57-56EC44A396E5}" type="slidenum">
              <a:rPr lang="en-US" smtClean="0"/>
              <a:pPr/>
              <a:t>‹#›</a:t>
            </a:fld>
            <a:endParaRPr lang="en-US" dirty="0"/>
          </a:p>
        </p:txBody>
      </p:sp>
      <p:sp>
        <p:nvSpPr>
          <p:cNvPr id="21" name="Text Placeholder 18">
            <a:extLst>
              <a:ext uri="{FF2B5EF4-FFF2-40B4-BE49-F238E27FC236}">
                <a16:creationId xmlns:a16="http://schemas.microsoft.com/office/drawing/2014/main" id="{D9C3D27C-5291-4A1A-83AC-B52D25F43D57}"/>
              </a:ext>
            </a:extLst>
          </p:cNvPr>
          <p:cNvSpPr>
            <a:spLocks noGrp="1"/>
          </p:cNvSpPr>
          <p:nvPr>
            <p:ph type="body" sz="quarter" idx="24" hasCustomPrompt="1"/>
          </p:nvPr>
        </p:nvSpPr>
        <p:spPr>
          <a:xfrm>
            <a:off x="4156823" y="4752561"/>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25" name="Text Placeholder 18">
            <a:extLst>
              <a:ext uri="{FF2B5EF4-FFF2-40B4-BE49-F238E27FC236}">
                <a16:creationId xmlns:a16="http://schemas.microsoft.com/office/drawing/2014/main" id="{2B757B2D-A738-401D-A78C-05475608F20A}"/>
              </a:ext>
            </a:extLst>
          </p:cNvPr>
          <p:cNvSpPr>
            <a:spLocks noGrp="1"/>
          </p:cNvSpPr>
          <p:nvPr>
            <p:ph type="body" sz="quarter" idx="26" hasCustomPrompt="1"/>
          </p:nvPr>
        </p:nvSpPr>
        <p:spPr>
          <a:xfrm>
            <a:off x="3869713" y="5217644"/>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47" name="Text Placeholder 18">
            <a:extLst>
              <a:ext uri="{FF2B5EF4-FFF2-40B4-BE49-F238E27FC236}">
                <a16:creationId xmlns:a16="http://schemas.microsoft.com/office/drawing/2014/main" id="{AD14F11B-0FDD-41EF-8278-550F37093B15}"/>
              </a:ext>
            </a:extLst>
          </p:cNvPr>
          <p:cNvSpPr>
            <a:spLocks noGrp="1"/>
          </p:cNvSpPr>
          <p:nvPr>
            <p:ph type="body" sz="quarter" idx="29" hasCustomPrompt="1"/>
          </p:nvPr>
        </p:nvSpPr>
        <p:spPr>
          <a:xfrm>
            <a:off x="3580046" y="5673201"/>
            <a:ext cx="2310968" cy="470424"/>
          </a:xfrm>
        </p:spPr>
        <p:txBody>
          <a:bodyPr lIns="0">
            <a:normAutofit/>
          </a:bodyPr>
          <a:lstStyle>
            <a:lvl1pPr marL="0" indent="0" algn="l">
              <a:lnSpc>
                <a:spcPct val="150000"/>
              </a:lnSpc>
              <a:buFont typeface="Arial" panose="020B0604020202020204" pitchFamily="34" charset="0"/>
              <a:buNone/>
              <a:defRPr sz="1200">
                <a:solidFill>
                  <a:schemeClr val="tx2"/>
                </a:solidFill>
              </a:defRPr>
            </a:lvl1pPr>
          </a:lstStyle>
          <a:p>
            <a:pPr lvl="0"/>
            <a:r>
              <a:rPr lang="en-US"/>
              <a:t>Click to add text</a:t>
            </a:r>
          </a:p>
        </p:txBody>
      </p:sp>
      <p:sp>
        <p:nvSpPr>
          <p:cNvPr id="12" name="Title 1">
            <a:extLst>
              <a:ext uri="{FF2B5EF4-FFF2-40B4-BE49-F238E27FC236}">
                <a16:creationId xmlns:a16="http://schemas.microsoft.com/office/drawing/2014/main" id="{9EB2270B-D707-4103-98F1-E697CEBA718E}"/>
              </a:ext>
            </a:extLst>
          </p:cNvPr>
          <p:cNvSpPr>
            <a:spLocks noGrp="1"/>
          </p:cNvSpPr>
          <p:nvPr>
            <p:ph type="title"/>
          </p:nvPr>
        </p:nvSpPr>
        <p:spPr>
          <a:xfrm>
            <a:off x="4898571" y="3363686"/>
            <a:ext cx="3907972" cy="555171"/>
          </a:xfrm>
        </p:spPr>
        <p:txBody>
          <a:bodyPr lIns="0">
            <a:normAutofit/>
          </a:bodyPr>
          <a:lstStyle>
            <a:lvl1pPr>
              <a:defRPr lang="en-US" sz="2800" kern="1200" cap="all" baseline="0" dirty="0">
                <a:solidFill>
                  <a:schemeClr val="accent1"/>
                </a:solidFill>
                <a:latin typeface="+mj-lt"/>
                <a:ea typeface="+mj-ea"/>
                <a:cs typeface="+mj-cs"/>
              </a:defRPr>
            </a:lvl1pPr>
          </a:lstStyle>
          <a:p>
            <a:r>
              <a:rPr lang="en-US"/>
              <a:t>Click to edit Master title style</a:t>
            </a:r>
          </a:p>
        </p:txBody>
      </p:sp>
    </p:spTree>
    <p:extLst>
      <p:ext uri="{BB962C8B-B14F-4D97-AF65-F5344CB8AC3E}">
        <p14:creationId xmlns:p14="http://schemas.microsoft.com/office/powerpoint/2010/main" val="112420539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77FA4A-CE52-4DA0-8842-74FE37E2E8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1BCD1D-6E4A-43CA-A3D4-B104CE27D2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1BDA0-5B55-4A85-ACBF-31F8F3EB2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bg1">
                    <a:lumMod val="50000"/>
                    <a:lumOff val="50000"/>
                  </a:schemeClr>
                </a:solidFill>
              </a:defRPr>
            </a:lvl1pPr>
          </a:lstStyle>
          <a:p>
            <a:r>
              <a:rPr lang="en-US" dirty="0"/>
              <a:t>7/1/20XX</a:t>
            </a:r>
          </a:p>
        </p:txBody>
      </p:sp>
      <p:sp>
        <p:nvSpPr>
          <p:cNvPr id="5" name="Footer Placeholder 4">
            <a:extLst>
              <a:ext uri="{FF2B5EF4-FFF2-40B4-BE49-F238E27FC236}">
                <a16:creationId xmlns:a16="http://schemas.microsoft.com/office/drawing/2014/main" id="{3F7AA55C-7321-4214-9297-F53B7B9E5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1">
                    <a:lumMod val="50000"/>
                    <a:lumOff val="5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5E330C71-8F7D-4855-A35C-46C83B4BF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bg1">
                    <a:lumMod val="50000"/>
                    <a:lumOff val="50000"/>
                  </a:schemeClr>
                </a:solidFill>
              </a:defRPr>
            </a:lvl1pPr>
          </a:lstStyle>
          <a:p>
            <a:fld id="{9FF96520-E4CE-4EAD-8ABF-1D2297D6B3AA}" type="slidenum">
              <a:rPr lang="en-US" smtClean="0"/>
              <a:pPr/>
              <a:t>‹#›</a:t>
            </a:fld>
            <a:endParaRPr lang="en-US" dirty="0"/>
          </a:p>
        </p:txBody>
      </p:sp>
    </p:spTree>
    <p:extLst>
      <p:ext uri="{BB962C8B-B14F-4D97-AF65-F5344CB8AC3E}">
        <p14:creationId xmlns:p14="http://schemas.microsoft.com/office/powerpoint/2010/main" val="2446666589"/>
      </p:ext>
    </p:extLst>
  </p:cSld>
  <p:clrMap bg1="dk1" tx1="lt1" bg2="dk2" tx2="lt2" accent1="accent1" accent2="accent2" accent3="accent3" accent4="accent4" accent5="accent5" accent6="accent6" hlink="hlink" folHlink="folHlink"/>
  <p:sldLayoutIdLst>
    <p:sldLayoutId id="2147483649" r:id="rId1"/>
    <p:sldLayoutId id="2147483666" r:id="rId2"/>
    <p:sldLayoutId id="2147483678" r:id="rId3"/>
    <p:sldLayoutId id="2147483667" r:id="rId4"/>
    <p:sldLayoutId id="2147483668" r:id="rId5"/>
    <p:sldLayoutId id="2147483669" r:id="rId6"/>
    <p:sldLayoutId id="2147483670" r:id="rId7"/>
    <p:sldLayoutId id="2147483651" r:id="rId8"/>
    <p:sldLayoutId id="2147483661" r:id="rId9"/>
    <p:sldLayoutId id="2147483671" r:id="rId10"/>
    <p:sldLayoutId id="2147483663" r:id="rId11"/>
    <p:sldLayoutId id="2147483679" r:id="rId12"/>
    <p:sldLayoutId id="2147483677" r:id="rId13"/>
    <p:sldLayoutId id="2147483664" r:id="rId14"/>
    <p:sldLayoutId id="2147483672" r:id="rId15"/>
    <p:sldLayoutId id="2147483652" r:id="rId16"/>
    <p:sldLayoutId id="2147483653" r:id="rId17"/>
    <p:sldLayoutId id="2147483665" r:id="rId18"/>
    <p:sldLayoutId id="2147483650" r:id="rId19"/>
    <p:sldLayoutId id="2147483654" r:id="rId20"/>
    <p:sldLayoutId id="2147483674" r:id="rId21"/>
    <p:sldLayoutId id="2147483676" r:id="rId22"/>
    <p:sldLayoutId id="2147483673" r:id="rId23"/>
    <p:sldLayoutId id="2147483675" r:id="rId24"/>
  </p:sldLayoutIdLst>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ootball Soccer ball Rolling | Freestock videos">
            <a:extLst>
              <a:ext uri="{FF2B5EF4-FFF2-40B4-BE49-F238E27FC236}">
                <a16:creationId xmlns:a16="http://schemas.microsoft.com/office/drawing/2014/main" id="{5213FDBD-78B3-9322-67A5-28107B3F77A2}"/>
              </a:ext>
            </a:extLst>
          </p:cNvPr>
          <p:cNvPicPr>
            <a:picLocks noChangeAspect="1"/>
          </p:cNvPicPr>
          <p:nvPr/>
        </p:nvPicPr>
        <p:blipFill>
          <a:blip r:embed="rId2"/>
          <a:stretch>
            <a:fillRect/>
          </a:stretch>
        </p:blipFill>
        <p:spPr>
          <a:xfrm>
            <a:off x="13249" y="-99694"/>
            <a:ext cx="12342343" cy="6957693"/>
          </a:xfrm>
          <a:prstGeom prst="rect">
            <a:avLst/>
          </a:prstGeom>
        </p:spPr>
      </p:pic>
      <p:sp>
        <p:nvSpPr>
          <p:cNvPr id="23" name="Title 22">
            <a:extLst>
              <a:ext uri="{FF2B5EF4-FFF2-40B4-BE49-F238E27FC236}">
                <a16:creationId xmlns:a16="http://schemas.microsoft.com/office/drawing/2014/main" id="{EE427349-2C23-4643-A4C8-552661FAA5DF}"/>
              </a:ext>
            </a:extLst>
          </p:cNvPr>
          <p:cNvSpPr>
            <a:spLocks noGrp="1"/>
          </p:cNvSpPr>
          <p:nvPr>
            <p:ph type="ctrTitle"/>
          </p:nvPr>
        </p:nvSpPr>
        <p:spPr>
          <a:xfrm>
            <a:off x="1011646" y="1388774"/>
            <a:ext cx="10345547" cy="3245295"/>
          </a:xfrm>
          <a:solidFill>
            <a:schemeClr val="bg2">
              <a:lumMod val="75000"/>
            </a:schemeClr>
          </a:solidFill>
        </p:spPr>
        <p:txBody>
          <a:bodyPr>
            <a:normAutofit/>
          </a:bodyPr>
          <a:lstStyle/>
          <a:p>
            <a:r>
              <a:rPr lang="en-US" sz="2600" b="1" cap="none" dirty="0">
                <a:ln w="9525">
                  <a:solidFill>
                    <a:schemeClr val="bg1"/>
                  </a:solidFill>
                  <a:prstDash val="solid"/>
                </a:ln>
                <a:effectLst>
                  <a:outerShdw blurRad="12700" dist="38100" dir="2700000" algn="tl" rotWithShape="0">
                    <a:schemeClr val="bg1">
                      <a:lumMod val="50000"/>
                    </a:schemeClr>
                  </a:outerShdw>
                </a:effectLst>
              </a:rPr>
              <a:t>Internet Policy Proposal</a:t>
            </a:r>
            <a:br>
              <a:rPr lang="en-US" sz="2600" b="1" cap="none" dirty="0">
                <a:ln w="9525">
                  <a:solidFill>
                    <a:schemeClr val="bg1"/>
                  </a:solidFill>
                  <a:prstDash val="solid"/>
                </a:ln>
                <a:effectLst>
                  <a:outerShdw blurRad="12700" dist="38100" dir="2700000" algn="tl" rotWithShape="0">
                    <a:schemeClr val="bg1">
                      <a:lumMod val="50000"/>
                    </a:schemeClr>
                  </a:outerShdw>
                </a:effectLst>
              </a:rPr>
            </a:br>
            <a:br>
              <a:rPr lang="en-US" sz="2600" b="1" cap="none" dirty="0">
                <a:ln w="9525">
                  <a:solidFill>
                    <a:schemeClr val="bg1"/>
                  </a:solidFill>
                  <a:prstDash val="solid"/>
                </a:ln>
                <a:effectLst>
                  <a:outerShdw blurRad="12700" dist="38100" dir="2700000" algn="tl" rotWithShape="0">
                    <a:schemeClr val="bg1">
                      <a:lumMod val="50000"/>
                    </a:schemeClr>
                  </a:outerShdw>
                </a:effectLst>
              </a:rPr>
            </a:br>
            <a:r>
              <a:rPr lang="en-US" sz="2600" b="1" cap="none" dirty="0">
                <a:ln w="9525">
                  <a:solidFill>
                    <a:schemeClr val="bg1"/>
                  </a:solidFill>
                  <a:prstDash val="solid"/>
                </a:ln>
                <a:effectLst>
                  <a:outerShdw blurRad="12700" dist="38100" dir="2700000" algn="tl" rotWithShape="0">
                    <a:schemeClr val="bg1">
                      <a:lumMod val="50000"/>
                    </a:schemeClr>
                  </a:outerShdw>
                </a:effectLst>
              </a:rPr>
              <a:t>The Glass Substrate Protocol: </a:t>
            </a:r>
            <a:br>
              <a:rPr lang="en-US" sz="2600" b="1" cap="none" dirty="0">
                <a:ln w="9525">
                  <a:solidFill>
                    <a:schemeClr val="bg1"/>
                  </a:solidFill>
                  <a:prstDash val="solid"/>
                </a:ln>
                <a:effectLst>
                  <a:outerShdw blurRad="12700" dist="38100" dir="2700000" algn="tl" rotWithShape="0">
                    <a:schemeClr val="bg1">
                      <a:lumMod val="50000"/>
                    </a:schemeClr>
                  </a:outerShdw>
                </a:effectLst>
              </a:rPr>
            </a:br>
            <a:br>
              <a:rPr lang="en-US" sz="2600" b="1" cap="none" dirty="0">
                <a:ln w="9525">
                  <a:solidFill>
                    <a:schemeClr val="bg1"/>
                  </a:solidFill>
                  <a:prstDash val="solid"/>
                </a:ln>
                <a:effectLst>
                  <a:outerShdw blurRad="12700" dist="38100" dir="2700000" algn="tl" rotWithShape="0">
                    <a:schemeClr val="bg1">
                      <a:lumMod val="50000"/>
                    </a:schemeClr>
                  </a:outerShdw>
                </a:effectLst>
              </a:rPr>
            </a:br>
            <a:r>
              <a:rPr lang="en-US" sz="2600" b="1" cap="none" dirty="0">
                <a:ln w="9525">
                  <a:solidFill>
                    <a:schemeClr val="bg1"/>
                  </a:solidFill>
                  <a:prstDash val="solid"/>
                </a:ln>
                <a:effectLst>
                  <a:outerShdw blurRad="12700" dist="38100" dir="2700000" algn="tl" rotWithShape="0">
                    <a:schemeClr val="bg1">
                      <a:lumMod val="50000"/>
                    </a:schemeClr>
                  </a:outerShdw>
                </a:effectLst>
              </a:rPr>
              <a:t>A Transparency-First Framework for Online Privacy and Safety</a:t>
            </a:r>
            <a:br>
              <a:rPr lang="en-US" sz="2600" b="1" cap="none" dirty="0">
                <a:ln w="9525">
                  <a:solidFill>
                    <a:schemeClr val="bg1"/>
                  </a:solidFill>
                  <a:prstDash val="solid"/>
                </a:ln>
                <a:effectLst>
                  <a:outerShdw blurRad="12700" dist="38100" dir="2700000" algn="tl" rotWithShape="0">
                    <a:schemeClr val="bg1">
                      <a:lumMod val="50000"/>
                    </a:schemeClr>
                  </a:outerShdw>
                </a:effectLst>
              </a:rPr>
            </a:br>
            <a:endParaRPr lang="en-US" sz="2600" b="1" cap="none" dirty="0">
              <a:ln w="9525">
                <a:solidFill>
                  <a:schemeClr val="bg1"/>
                </a:solidFill>
                <a:prstDash val="solid"/>
              </a:ln>
              <a:effectLst>
                <a:outerShdw blurRad="12700" dist="38100" dir="2700000" algn="tl" rotWithShape="0">
                  <a:schemeClr val="bg1">
                    <a:lumMod val="50000"/>
                  </a:schemeClr>
                </a:outerShdw>
              </a:effectLst>
            </a:endParaRPr>
          </a:p>
        </p:txBody>
      </p:sp>
      <p:sp>
        <p:nvSpPr>
          <p:cNvPr id="32" name="Subtitle 31">
            <a:extLst>
              <a:ext uri="{FF2B5EF4-FFF2-40B4-BE49-F238E27FC236}">
                <a16:creationId xmlns:a16="http://schemas.microsoft.com/office/drawing/2014/main" id="{F69B5076-6A18-4AD8-A2C2-DB967CF6EE50}"/>
              </a:ext>
            </a:extLst>
          </p:cNvPr>
          <p:cNvSpPr>
            <a:spLocks noGrp="1"/>
          </p:cNvSpPr>
          <p:nvPr>
            <p:ph type="subTitle" idx="1"/>
          </p:nvPr>
        </p:nvSpPr>
        <p:spPr>
          <a:xfrm>
            <a:off x="7970418" y="5325276"/>
            <a:ext cx="3677297" cy="682094"/>
          </a:xfrm>
          <a:solidFill>
            <a:schemeClr val="bg2">
              <a:lumMod val="75000"/>
            </a:schemeClr>
          </a:solidFill>
        </p:spPr>
        <p:txBody>
          <a:bodyPr>
            <a:normAutofit/>
          </a:bodyPr>
          <a:lstStyle/>
          <a:p>
            <a:r>
              <a:rPr lang="en-US" sz="2800" b="1" cap="none" dirty="0">
                <a:ln w="9525">
                  <a:solidFill>
                    <a:schemeClr val="bg1"/>
                  </a:solidFill>
                  <a:prstDash val="solid"/>
                </a:ln>
                <a:effectLst>
                  <a:outerShdw blurRad="12700" dist="38100" dir="2700000" algn="tl" rotWithShape="0">
                    <a:schemeClr val="bg1">
                      <a:lumMod val="50000"/>
                    </a:schemeClr>
                  </a:outerShdw>
                </a:effectLst>
              </a:rPr>
              <a:t>Sierra Warren</a:t>
            </a:r>
          </a:p>
        </p:txBody>
      </p:sp>
      <p:cxnSp>
        <p:nvCxnSpPr>
          <p:cNvPr id="12" name="Straight Connector 11">
            <a:extLst>
              <a:ext uri="{FF2B5EF4-FFF2-40B4-BE49-F238E27FC236}">
                <a16:creationId xmlns:a16="http://schemas.microsoft.com/office/drawing/2014/main" id="{FCDDB411-0E13-3741-911B-CFCB74C5BAB0}"/>
              </a:ext>
              <a:ext uri="{C183D7F6-B498-43B3-948B-1728B52AA6E4}">
                <adec:decorative xmlns:adec="http://schemas.microsoft.com/office/drawing/2017/decorative" val="1"/>
              </a:ext>
            </a:extLst>
          </p:cNvPr>
          <p:cNvCxnSpPr>
            <a:cxnSpLocks/>
          </p:cNvCxnSpPr>
          <p:nvPr/>
        </p:nvCxnSpPr>
        <p:spPr>
          <a:xfrm flipH="1">
            <a:off x="4245428" y="5655432"/>
            <a:ext cx="33188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310897"/>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0F8671E-C512-DC95-E314-4B0E5BF0B148}"/>
              </a:ext>
            </a:extLst>
          </p:cNvPr>
          <p:cNvSpPr>
            <a:spLocks noGrp="1"/>
          </p:cNvSpPr>
          <p:nvPr>
            <p:ph type="title"/>
          </p:nvPr>
        </p:nvSpPr>
        <p:spPr>
          <a:xfrm>
            <a:off x="1297552" y="394345"/>
            <a:ext cx="4567695" cy="5659842"/>
          </a:xfrm>
        </p:spPr>
        <p:txBody>
          <a:bodyPr/>
          <a:lstStyle/>
          <a:p>
            <a:r>
              <a:rPr lang="en-US" dirty="0"/>
              <a:t>The Glass Substrate Protocol is a proposed internet privacy and safety policy designed to increase transparency in how digital systems collect, process, and share user data. The policy focuses on making data practices visible and understandable to users rather than hidden behind complex privacy agreements </a:t>
            </a:r>
            <a:r>
              <a:rPr lang="en-US" i="1" dirty="0"/>
              <a:t>(Warren, 2025). </a:t>
            </a:r>
            <a:br>
              <a:rPr lang="en-US" dirty="0"/>
            </a:br>
            <a:endParaRPr lang="en-US" dirty="0"/>
          </a:p>
        </p:txBody>
      </p:sp>
    </p:spTree>
    <p:extLst>
      <p:ext uri="{BB962C8B-B14F-4D97-AF65-F5344CB8AC3E}">
        <p14:creationId xmlns:p14="http://schemas.microsoft.com/office/powerpoint/2010/main" val="2243494996"/>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E20B7C98-0947-BBA6-0F56-0FC96AE771C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kern="1200">
                <a:latin typeface="+mj-lt"/>
                <a:ea typeface="+mj-ea"/>
                <a:cs typeface="+mj-cs"/>
              </a:rPr>
              <a:t>Angwins’ Approach </a:t>
            </a:r>
          </a:p>
        </p:txBody>
      </p:sp>
      <p:pic>
        <p:nvPicPr>
          <p:cNvPr id="9" name="Content Placeholder 8">
            <a:extLst>
              <a:ext uri="{FF2B5EF4-FFF2-40B4-BE49-F238E27FC236}">
                <a16:creationId xmlns:a16="http://schemas.microsoft.com/office/drawing/2014/main" id="{4C66FAEF-2403-BDD2-D0CF-D05FB078EB42}"/>
              </a:ext>
            </a:extLst>
          </p:cNvPr>
          <p:cNvPicPr>
            <a:picLocks noGrp="1" noChangeAspect="1"/>
          </p:cNvPicPr>
          <p:nvPr>
            <p:ph sz="half" idx="1"/>
          </p:nvPr>
        </p:nvPicPr>
        <p:blipFill>
          <a:blip r:embed="rId2"/>
          <a:srcRect t="7219" b="8804"/>
          <a:stretch>
            <a:fillRect/>
          </a:stretch>
        </p:blipFill>
        <p:spPr>
          <a:xfrm>
            <a:off x="838200" y="1825625"/>
            <a:ext cx="5181600" cy="4351338"/>
          </a:xfrm>
          <a:prstGeom prst="rect">
            <a:avLst/>
          </a:prstGeom>
          <a:noFill/>
        </p:spPr>
      </p:pic>
      <p:sp>
        <p:nvSpPr>
          <p:cNvPr id="5" name="TextBox 4">
            <a:extLst>
              <a:ext uri="{FF2B5EF4-FFF2-40B4-BE49-F238E27FC236}">
                <a16:creationId xmlns:a16="http://schemas.microsoft.com/office/drawing/2014/main" id="{542F7411-CB31-1C26-2031-6D663E5A8CA8}"/>
              </a:ext>
            </a:extLst>
          </p:cNvPr>
          <p:cNvSpPr txBox="1"/>
          <p:nvPr/>
        </p:nvSpPr>
        <p:spPr>
          <a:xfrm>
            <a:off x="6172200" y="1825625"/>
            <a:ext cx="5181600" cy="4351338"/>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en-US" sz="2800" dirty="0"/>
              <a:t>Modern internet platforms and smart devices collect extensive behavioral and personal data.</a:t>
            </a:r>
          </a:p>
          <a:p>
            <a:pPr marL="228600" indent="-228600">
              <a:lnSpc>
                <a:spcPct val="90000"/>
              </a:lnSpc>
              <a:spcBef>
                <a:spcPts val="1000"/>
              </a:spcBef>
              <a:buFont typeface="Arial" panose="020B0604020202020204" pitchFamily="34" charset="0"/>
              <a:buChar char="•"/>
            </a:pPr>
            <a:r>
              <a:rPr lang="en-US" sz="2800" dirty="0"/>
              <a:t> Existing privacy policies often rely on vague disclosures that do not provide meaningful user awareness or informed consent, allowing data collection to occur without full understanding (Angwin, 2015).</a:t>
            </a:r>
          </a:p>
        </p:txBody>
      </p:sp>
    </p:spTree>
    <p:extLst>
      <p:ext uri="{BB962C8B-B14F-4D97-AF65-F5344CB8AC3E}">
        <p14:creationId xmlns:p14="http://schemas.microsoft.com/office/powerpoint/2010/main" val="1738561688"/>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A0012B7D-55D2-1574-0B6A-98D155190956}"/>
              </a:ext>
            </a:extLst>
          </p:cNvPr>
          <p:cNvSpPr txBox="1"/>
          <p:nvPr/>
        </p:nvSpPr>
        <p:spPr>
          <a:xfrm>
            <a:off x="224942" y="359154"/>
            <a:ext cx="2724041" cy="824745"/>
          </a:xfrm>
          <a:prstGeom prst="rect">
            <a:avLst/>
          </a:prstGeom>
          <a:noFill/>
          <a:ln>
            <a:solidFill>
              <a:schemeClr val="accent3"/>
            </a:solidFill>
          </a:ln>
        </p:spPr>
        <p:txBody>
          <a:bodyPr wrap="square">
            <a:spAutoFit/>
          </a:bodyPr>
          <a:lstStyle/>
          <a:p>
            <a:pPr>
              <a:buNone/>
            </a:pPr>
            <a:r>
              <a:rPr lang="en-US" sz="2400" b="1" dirty="0"/>
              <a:t>Why This Policy Is Needed</a:t>
            </a:r>
          </a:p>
        </p:txBody>
      </p:sp>
      <p:sp>
        <p:nvSpPr>
          <p:cNvPr id="35" name="TextBox 34">
            <a:extLst>
              <a:ext uri="{FF2B5EF4-FFF2-40B4-BE49-F238E27FC236}">
                <a16:creationId xmlns:a16="http://schemas.microsoft.com/office/drawing/2014/main" id="{856B2750-4963-3239-7757-E3E91CE519E9}"/>
              </a:ext>
            </a:extLst>
          </p:cNvPr>
          <p:cNvSpPr txBox="1"/>
          <p:nvPr/>
        </p:nvSpPr>
        <p:spPr>
          <a:xfrm>
            <a:off x="5217763" y="2530311"/>
            <a:ext cx="5134889" cy="4524315"/>
          </a:xfrm>
          <a:prstGeom prst="rect">
            <a:avLst/>
          </a:prstGeom>
          <a:noFill/>
        </p:spPr>
        <p:txBody>
          <a:bodyPr wrap="square">
            <a:spAutoFit/>
          </a:bodyPr>
          <a:lstStyle/>
          <a:p>
            <a:pPr>
              <a:buNone/>
            </a:pPr>
            <a:r>
              <a:rPr lang="en-US" sz="2400" dirty="0"/>
              <a:t>The Glass Substrate Protocol addresses these risks by requiring clear disclosure of what data is collected, why it is collected, and how it is used</a:t>
            </a:r>
          </a:p>
        </p:txBody>
      </p:sp>
      <p:sp>
        <p:nvSpPr>
          <p:cNvPr id="37" name="TextBox 36">
            <a:extLst>
              <a:ext uri="{FF2B5EF4-FFF2-40B4-BE49-F238E27FC236}">
                <a16:creationId xmlns:a16="http://schemas.microsoft.com/office/drawing/2014/main" id="{ACB91BB3-42A0-D6B6-BFCB-A2F013D9AEE0}"/>
              </a:ext>
            </a:extLst>
          </p:cNvPr>
          <p:cNvSpPr txBox="1"/>
          <p:nvPr/>
        </p:nvSpPr>
        <p:spPr>
          <a:xfrm>
            <a:off x="4443925" y="361296"/>
            <a:ext cx="6102456" cy="1477328"/>
          </a:xfrm>
          <a:prstGeom prst="rect">
            <a:avLst/>
          </a:prstGeom>
          <a:noFill/>
        </p:spPr>
        <p:txBody>
          <a:bodyPr wrap="square">
            <a:spAutoFit/>
          </a:bodyPr>
          <a:lstStyle/>
          <a:p>
            <a:pPr>
              <a:buNone/>
            </a:pPr>
            <a:r>
              <a:rPr lang="en-US" sz="1800" dirty="0"/>
              <a:t>Current internet practices prioritize data monetization over user privacy. Opaque tracking systems increase the risk of misuse, surveillance, and data breaches. (Federal Trade Commission, 2023).</a:t>
            </a:r>
          </a:p>
          <a:p>
            <a:pPr>
              <a:buNone/>
            </a:pPr>
            <a:endParaRPr lang="en-US" sz="1800" dirty="0"/>
          </a:p>
        </p:txBody>
      </p:sp>
    </p:spTree>
    <p:extLst>
      <p:ext uri="{BB962C8B-B14F-4D97-AF65-F5344CB8AC3E}">
        <p14:creationId xmlns:p14="http://schemas.microsoft.com/office/powerpoint/2010/main" val="159392080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8C15BCA1-F2FE-4E47-B6D5-3BCFF65BFBF3}"/>
              </a:ext>
            </a:extLst>
          </p:cNvPr>
          <p:cNvPicPr>
            <a:picLocks noGrp="1" noChangeAspect="1"/>
          </p:cNvPicPr>
          <p:nvPr>
            <p:ph type="pic" sz="quarter" idx="27"/>
          </p:nvPr>
        </p:nvPicPr>
        <p:blipFill rotWithShape="1">
          <a:blip r:embed="rId2"/>
          <a:srcRect/>
          <a:stretch/>
        </p:blipFill>
        <p:spPr>
          <a:xfrm>
            <a:off x="0" y="0"/>
            <a:ext cx="5822156" cy="6858000"/>
          </a:xfrm>
        </p:spPr>
      </p:pic>
      <p:sp>
        <p:nvSpPr>
          <p:cNvPr id="12" name="Slide Number Placeholder 11">
            <a:extLst>
              <a:ext uri="{FF2B5EF4-FFF2-40B4-BE49-F238E27FC236}">
                <a16:creationId xmlns:a16="http://schemas.microsoft.com/office/drawing/2014/main" id="{18E5D0F5-4C11-47EE-BA9F-DEF2F44DD3DC}"/>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5</a:t>
            </a:fld>
            <a:endParaRPr lang="en-US" dirty="0"/>
          </a:p>
        </p:txBody>
      </p:sp>
      <p:sp>
        <p:nvSpPr>
          <p:cNvPr id="14" name="Title 13">
            <a:extLst>
              <a:ext uri="{FF2B5EF4-FFF2-40B4-BE49-F238E27FC236}">
                <a16:creationId xmlns:a16="http://schemas.microsoft.com/office/drawing/2014/main" id="{268F2E64-959B-9667-6F62-2E9EB4B6E6E8}"/>
              </a:ext>
            </a:extLst>
          </p:cNvPr>
          <p:cNvSpPr>
            <a:spLocks noGrp="1"/>
          </p:cNvSpPr>
          <p:nvPr>
            <p:ph type="title"/>
          </p:nvPr>
        </p:nvSpPr>
        <p:spPr>
          <a:xfrm>
            <a:off x="6683771" y="77604"/>
            <a:ext cx="3853657" cy="1543675"/>
          </a:xfrm>
          <a:ln>
            <a:solidFill>
              <a:schemeClr val="accent1"/>
            </a:solidFill>
          </a:ln>
        </p:spPr>
        <p:txBody>
          <a:bodyPr>
            <a:noAutofit/>
          </a:bodyPr>
          <a:lstStyle/>
          <a:p>
            <a:r>
              <a:rPr lang="en-US" sz="3200" b="1" dirty="0"/>
              <a:t>   Who Benefits?</a:t>
            </a:r>
            <a:br>
              <a:rPr lang="en-US" sz="3200" b="1" dirty="0"/>
            </a:br>
            <a:endParaRPr lang="en-US" sz="3200" dirty="0"/>
          </a:p>
        </p:txBody>
      </p:sp>
      <p:sp>
        <p:nvSpPr>
          <p:cNvPr id="28" name="TextBox 27">
            <a:extLst>
              <a:ext uri="{FF2B5EF4-FFF2-40B4-BE49-F238E27FC236}">
                <a16:creationId xmlns:a16="http://schemas.microsoft.com/office/drawing/2014/main" id="{EEA0D04E-DF0E-930D-3546-D3D2FEED3211}"/>
              </a:ext>
            </a:extLst>
          </p:cNvPr>
          <p:cNvSpPr txBox="1"/>
          <p:nvPr/>
        </p:nvSpPr>
        <p:spPr>
          <a:xfrm>
            <a:off x="5532035" y="1886456"/>
            <a:ext cx="5489588" cy="3939540"/>
          </a:xfrm>
          <a:prstGeom prst="rect">
            <a:avLst/>
          </a:prstGeom>
          <a:noFill/>
        </p:spPr>
        <p:txBody>
          <a:bodyPr wrap="square">
            <a:spAutoFit/>
          </a:bodyPr>
          <a:lstStyle/>
          <a:p>
            <a:pPr>
              <a:buNone/>
            </a:pPr>
            <a:r>
              <a:rPr lang="en-US" sz="2500" dirty="0"/>
              <a:t>Consumers benefit from increased control and informed consent regarding their personal data.</a:t>
            </a:r>
          </a:p>
          <a:p>
            <a:pPr>
              <a:buNone/>
            </a:pPr>
            <a:endParaRPr lang="en-US" sz="2500" dirty="0"/>
          </a:p>
          <a:p>
            <a:pPr>
              <a:buNone/>
            </a:pPr>
            <a:r>
              <a:rPr lang="en-US" sz="2500" dirty="0"/>
              <a:t>Children and vulnerable users receive stronger privacy protections.</a:t>
            </a:r>
          </a:p>
          <a:p>
            <a:pPr>
              <a:buNone/>
            </a:pPr>
            <a:endParaRPr lang="en-US" sz="2500" dirty="0"/>
          </a:p>
          <a:p>
            <a:pPr>
              <a:buNone/>
            </a:pPr>
            <a:r>
              <a:rPr lang="en-US" sz="2500" dirty="0"/>
              <a:t>Regulators benefit from standardized transparency requirements across platforms </a:t>
            </a:r>
            <a:r>
              <a:rPr lang="en-US" sz="2500" i="1" dirty="0"/>
              <a:t>(Pew Research Center, 2024)</a:t>
            </a:r>
            <a:r>
              <a:rPr lang="en-US" sz="2500" dirty="0"/>
              <a:t>.</a:t>
            </a:r>
          </a:p>
        </p:txBody>
      </p:sp>
    </p:spTree>
    <p:extLst>
      <p:ext uri="{BB962C8B-B14F-4D97-AF65-F5344CB8AC3E}">
        <p14:creationId xmlns:p14="http://schemas.microsoft.com/office/powerpoint/2010/main" val="627911590"/>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25000"/>
          </a:schemeClr>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20CCB82-0E4F-B64E-31F0-15AAB76F4588}"/>
              </a:ext>
            </a:extLst>
          </p:cNvPr>
          <p:cNvSpPr txBox="1"/>
          <p:nvPr/>
        </p:nvSpPr>
        <p:spPr>
          <a:xfrm>
            <a:off x="838200" y="1767180"/>
            <a:ext cx="3232472" cy="1600438"/>
          </a:xfrm>
          <a:prstGeom prst="rect">
            <a:avLst/>
          </a:prstGeom>
          <a:noFill/>
        </p:spPr>
        <p:txBody>
          <a:bodyPr wrap="square">
            <a:spAutoFit/>
          </a:bodyPr>
          <a:lstStyle/>
          <a:p>
            <a:pPr>
              <a:buNone/>
            </a:pPr>
            <a:r>
              <a:rPr lang="en-US" sz="4900" b="1" dirty="0">
                <a:solidFill>
                  <a:schemeClr val="accent3"/>
                </a:solidFill>
              </a:rPr>
              <a:t>Potential Challenges</a:t>
            </a:r>
          </a:p>
        </p:txBody>
      </p:sp>
      <p:sp>
        <p:nvSpPr>
          <p:cNvPr id="21" name="TextBox 20">
            <a:extLst>
              <a:ext uri="{FF2B5EF4-FFF2-40B4-BE49-F238E27FC236}">
                <a16:creationId xmlns:a16="http://schemas.microsoft.com/office/drawing/2014/main" id="{4C3017AD-DE0C-3481-5FF5-54F1BDF1147A}"/>
              </a:ext>
            </a:extLst>
          </p:cNvPr>
          <p:cNvSpPr txBox="1"/>
          <p:nvPr/>
        </p:nvSpPr>
        <p:spPr>
          <a:xfrm>
            <a:off x="5099242" y="0"/>
            <a:ext cx="6751013" cy="861774"/>
          </a:xfrm>
          <a:prstGeom prst="rect">
            <a:avLst/>
          </a:prstGeom>
          <a:noFill/>
        </p:spPr>
        <p:txBody>
          <a:bodyPr wrap="square">
            <a:spAutoFit/>
          </a:bodyPr>
          <a:lstStyle/>
          <a:p>
            <a:pPr>
              <a:buFont typeface="Arial" panose="020B0604020202020204" pitchFamily="34" charset="0"/>
              <a:buChar char="•"/>
            </a:pPr>
            <a:endParaRPr lang="en-US" sz="2500" dirty="0"/>
          </a:p>
          <a:p>
            <a:pPr>
              <a:buFont typeface="Arial" panose="020B0604020202020204" pitchFamily="34" charset="0"/>
              <a:buChar char="•"/>
            </a:pPr>
            <a:endParaRPr lang="en-US" sz="2500" dirty="0"/>
          </a:p>
        </p:txBody>
      </p:sp>
      <p:sp>
        <p:nvSpPr>
          <p:cNvPr id="3" name="TextBox 2">
            <a:extLst>
              <a:ext uri="{FF2B5EF4-FFF2-40B4-BE49-F238E27FC236}">
                <a16:creationId xmlns:a16="http://schemas.microsoft.com/office/drawing/2014/main" id="{B5608D32-B86D-3999-F39F-F0AF3CB68E11}"/>
              </a:ext>
            </a:extLst>
          </p:cNvPr>
          <p:cNvSpPr txBox="1"/>
          <p:nvPr/>
        </p:nvSpPr>
        <p:spPr>
          <a:xfrm>
            <a:off x="6400800" y="4500103"/>
            <a:ext cx="6099848" cy="646331"/>
          </a:xfrm>
          <a:prstGeom prst="rect">
            <a:avLst/>
          </a:prstGeom>
          <a:noFill/>
        </p:spPr>
        <p:txBody>
          <a:bodyPr wrap="square">
            <a:spAutoFit/>
          </a:bodyPr>
          <a:lstStyle/>
          <a:p>
            <a:r>
              <a:rPr lang="en-US" sz="1800" dirty="0"/>
              <a:t>Compliance Costs: Companies may resist due to expense or system redesigns.</a:t>
            </a:r>
            <a:endParaRPr lang="en-US" dirty="0"/>
          </a:p>
        </p:txBody>
      </p:sp>
      <p:sp>
        <p:nvSpPr>
          <p:cNvPr id="8" name="TextBox 7">
            <a:extLst>
              <a:ext uri="{FF2B5EF4-FFF2-40B4-BE49-F238E27FC236}">
                <a16:creationId xmlns:a16="http://schemas.microsoft.com/office/drawing/2014/main" id="{1E23CAD0-C524-D961-1E9E-63F7CD37444B}"/>
              </a:ext>
            </a:extLst>
          </p:cNvPr>
          <p:cNvSpPr txBox="1"/>
          <p:nvPr/>
        </p:nvSpPr>
        <p:spPr>
          <a:xfrm>
            <a:off x="6932276" y="5373492"/>
            <a:ext cx="6099848" cy="646331"/>
          </a:xfrm>
          <a:prstGeom prst="rect">
            <a:avLst/>
          </a:prstGeom>
          <a:noFill/>
        </p:spPr>
        <p:txBody>
          <a:bodyPr wrap="square">
            <a:spAutoFit/>
          </a:bodyPr>
          <a:lstStyle/>
          <a:p>
            <a:r>
              <a:rPr lang="en-US" sz="1800" dirty="0"/>
              <a:t>Reduced  Revenue: Limits on data tracking can affect advertising profits</a:t>
            </a:r>
            <a:endParaRPr lang="en-US" dirty="0"/>
          </a:p>
        </p:txBody>
      </p:sp>
      <p:sp>
        <p:nvSpPr>
          <p:cNvPr id="10" name="TextBox 9">
            <a:extLst>
              <a:ext uri="{FF2B5EF4-FFF2-40B4-BE49-F238E27FC236}">
                <a16:creationId xmlns:a16="http://schemas.microsoft.com/office/drawing/2014/main" id="{2342F466-9A55-35F4-58CC-EA7609C8145B}"/>
              </a:ext>
            </a:extLst>
          </p:cNvPr>
          <p:cNvSpPr txBox="1"/>
          <p:nvPr/>
        </p:nvSpPr>
        <p:spPr>
          <a:xfrm>
            <a:off x="5750407" y="2434273"/>
            <a:ext cx="6099848" cy="646331"/>
          </a:xfrm>
          <a:prstGeom prst="rect">
            <a:avLst/>
          </a:prstGeom>
          <a:noFill/>
        </p:spPr>
        <p:txBody>
          <a:bodyPr wrap="square">
            <a:spAutoFit/>
          </a:bodyPr>
          <a:lstStyle/>
          <a:p>
            <a:r>
              <a:rPr lang="en-US" sz="1800" dirty="0"/>
              <a:t>Technical Complexity: Updating legacy systems to meet transparency standards.</a:t>
            </a:r>
            <a:endParaRPr lang="en-US" dirty="0"/>
          </a:p>
        </p:txBody>
      </p:sp>
      <p:sp>
        <p:nvSpPr>
          <p:cNvPr id="13" name="TextBox 12">
            <a:extLst>
              <a:ext uri="{FF2B5EF4-FFF2-40B4-BE49-F238E27FC236}">
                <a16:creationId xmlns:a16="http://schemas.microsoft.com/office/drawing/2014/main" id="{112D80DD-7941-346B-3E15-9104BBEE703E}"/>
              </a:ext>
            </a:extLst>
          </p:cNvPr>
          <p:cNvSpPr txBox="1"/>
          <p:nvPr/>
        </p:nvSpPr>
        <p:spPr>
          <a:xfrm>
            <a:off x="6210300" y="3477828"/>
            <a:ext cx="6099848" cy="646331"/>
          </a:xfrm>
          <a:prstGeom prst="rect">
            <a:avLst/>
          </a:prstGeom>
          <a:noFill/>
        </p:spPr>
        <p:txBody>
          <a:bodyPr wrap="square">
            <a:spAutoFit/>
          </a:bodyPr>
          <a:lstStyle/>
          <a:p>
            <a:r>
              <a:rPr lang="en-US" sz="1800" dirty="0"/>
              <a:t>Global Conflicts: Different international privacy laws may clash.</a:t>
            </a:r>
            <a:endParaRPr lang="en-US" dirty="0"/>
          </a:p>
        </p:txBody>
      </p:sp>
      <p:sp>
        <p:nvSpPr>
          <p:cNvPr id="15" name="TextBox 14">
            <a:extLst>
              <a:ext uri="{FF2B5EF4-FFF2-40B4-BE49-F238E27FC236}">
                <a16:creationId xmlns:a16="http://schemas.microsoft.com/office/drawing/2014/main" id="{3461E7D4-4C98-45BB-1095-20E572780C1F}"/>
              </a:ext>
            </a:extLst>
          </p:cNvPr>
          <p:cNvSpPr txBox="1"/>
          <p:nvPr/>
        </p:nvSpPr>
        <p:spPr>
          <a:xfrm>
            <a:off x="5275284" y="1444015"/>
            <a:ext cx="6099848" cy="646331"/>
          </a:xfrm>
          <a:prstGeom prst="rect">
            <a:avLst/>
          </a:prstGeom>
          <a:noFill/>
        </p:spPr>
        <p:txBody>
          <a:bodyPr wrap="square">
            <a:spAutoFit/>
          </a:bodyPr>
          <a:lstStyle/>
          <a:p>
            <a:r>
              <a:rPr lang="en-US" sz="1800" dirty="0"/>
              <a:t>User Engagement: Users may ignore consent prompts or dashboards</a:t>
            </a:r>
            <a:endParaRPr lang="en-US" dirty="0"/>
          </a:p>
        </p:txBody>
      </p:sp>
      <p:sp>
        <p:nvSpPr>
          <p:cNvPr id="17" name="TextBox 16">
            <a:extLst>
              <a:ext uri="{FF2B5EF4-FFF2-40B4-BE49-F238E27FC236}">
                <a16:creationId xmlns:a16="http://schemas.microsoft.com/office/drawing/2014/main" id="{4D52447B-C012-0ADF-17A8-76EB4F4D6E38}"/>
              </a:ext>
            </a:extLst>
          </p:cNvPr>
          <p:cNvSpPr txBox="1"/>
          <p:nvPr/>
        </p:nvSpPr>
        <p:spPr>
          <a:xfrm>
            <a:off x="4880044" y="432714"/>
            <a:ext cx="6099848" cy="646331"/>
          </a:xfrm>
          <a:prstGeom prst="rect">
            <a:avLst/>
          </a:prstGeom>
          <a:noFill/>
        </p:spPr>
        <p:txBody>
          <a:bodyPr wrap="square">
            <a:spAutoFit/>
          </a:bodyPr>
          <a:lstStyle/>
          <a:p>
            <a:r>
              <a:rPr lang="en-US" sz="1800" dirty="0"/>
              <a:t>Lobbying/Political Pressure: Industry groups may try to weaken the policy.</a:t>
            </a:r>
            <a:endParaRPr lang="en-US" dirty="0"/>
          </a:p>
        </p:txBody>
      </p:sp>
    </p:spTree>
    <p:extLst>
      <p:ext uri="{BB962C8B-B14F-4D97-AF65-F5344CB8AC3E}">
        <p14:creationId xmlns:p14="http://schemas.microsoft.com/office/powerpoint/2010/main" val="3632800634"/>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D75629FF-3EB1-1E29-9FFF-353997819F4E}"/>
              </a:ext>
            </a:extLst>
          </p:cNvPr>
          <p:cNvSpPr txBox="1"/>
          <p:nvPr/>
        </p:nvSpPr>
        <p:spPr>
          <a:xfrm>
            <a:off x="1606357" y="635000"/>
            <a:ext cx="3069552" cy="1077218"/>
          </a:xfrm>
          <a:prstGeom prst="rect">
            <a:avLst/>
          </a:prstGeom>
          <a:noFill/>
        </p:spPr>
        <p:txBody>
          <a:bodyPr wrap="square" rtlCol="0">
            <a:spAutoFit/>
          </a:bodyPr>
          <a:lstStyle/>
          <a:p>
            <a:pPr algn="l"/>
            <a:r>
              <a:rPr lang="en-US" sz="3200" b="1" dirty="0">
                <a:solidFill>
                  <a:schemeClr val="accent3"/>
                </a:solidFill>
              </a:rPr>
              <a:t>Overcoming Challenges</a:t>
            </a:r>
          </a:p>
        </p:txBody>
      </p:sp>
      <p:sp>
        <p:nvSpPr>
          <p:cNvPr id="26" name="TextBox 25">
            <a:extLst>
              <a:ext uri="{FF2B5EF4-FFF2-40B4-BE49-F238E27FC236}">
                <a16:creationId xmlns:a16="http://schemas.microsoft.com/office/drawing/2014/main" id="{DD8A0A13-6853-2654-BB04-498F8FE6363B}"/>
              </a:ext>
            </a:extLst>
          </p:cNvPr>
          <p:cNvSpPr txBox="1"/>
          <p:nvPr/>
        </p:nvSpPr>
        <p:spPr>
          <a:xfrm>
            <a:off x="4989560" y="1939882"/>
            <a:ext cx="6099848" cy="3970318"/>
          </a:xfrm>
          <a:prstGeom prst="rect">
            <a:avLst/>
          </a:prstGeom>
          <a:noFill/>
        </p:spPr>
        <p:txBody>
          <a:bodyPr wrap="square">
            <a:spAutoFit/>
          </a:bodyPr>
          <a:lstStyle/>
          <a:p>
            <a:pPr>
              <a:buNone/>
            </a:pPr>
            <a:r>
              <a:rPr lang="en-US" sz="2800" dirty="0"/>
              <a:t>Challenges can be addressed through phased implementation that allows companies time to adapt. </a:t>
            </a:r>
          </a:p>
          <a:p>
            <a:pPr>
              <a:buNone/>
            </a:pPr>
            <a:endParaRPr lang="en-US" sz="2800" dirty="0"/>
          </a:p>
          <a:p>
            <a:pPr>
              <a:buNone/>
            </a:pPr>
            <a:r>
              <a:rPr lang="en-US" sz="2800" dirty="0"/>
              <a:t>Clear compliance standards reduce ambiguity, and incentive-based adoption models encourage voluntary participation while maintaining accountability </a:t>
            </a:r>
            <a:r>
              <a:rPr lang="en-US" sz="2800" i="1" dirty="0"/>
              <a:t>(OECD, 2023)</a:t>
            </a:r>
            <a:r>
              <a:rPr lang="en-US" sz="2800" dirty="0"/>
              <a:t>.</a:t>
            </a:r>
          </a:p>
        </p:txBody>
      </p:sp>
    </p:spTree>
    <p:extLst>
      <p:ext uri="{BB962C8B-B14F-4D97-AF65-F5344CB8AC3E}">
        <p14:creationId xmlns:p14="http://schemas.microsoft.com/office/powerpoint/2010/main" val="2069393026"/>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3A4BB636-41E8-E585-995E-0B41382DF7CC}"/>
              </a:ext>
            </a:extLst>
          </p:cNvPr>
          <p:cNvSpPr txBox="1"/>
          <p:nvPr/>
        </p:nvSpPr>
        <p:spPr>
          <a:xfrm>
            <a:off x="1873564" y="357971"/>
            <a:ext cx="5034466" cy="584775"/>
          </a:xfrm>
          <a:prstGeom prst="rect">
            <a:avLst/>
          </a:prstGeom>
          <a:noFill/>
          <a:ln>
            <a:solidFill>
              <a:schemeClr val="accent3"/>
            </a:solidFill>
          </a:ln>
        </p:spPr>
        <p:txBody>
          <a:bodyPr wrap="square">
            <a:spAutoFit/>
          </a:bodyPr>
          <a:lstStyle/>
          <a:p>
            <a:pPr>
              <a:buNone/>
            </a:pPr>
            <a:r>
              <a:rPr lang="en-US" sz="3200" b="1" dirty="0"/>
              <a:t>Implementation Strategy</a:t>
            </a:r>
          </a:p>
        </p:txBody>
      </p:sp>
      <p:sp>
        <p:nvSpPr>
          <p:cNvPr id="24" name="TextBox 23">
            <a:extLst>
              <a:ext uri="{FF2B5EF4-FFF2-40B4-BE49-F238E27FC236}">
                <a16:creationId xmlns:a16="http://schemas.microsoft.com/office/drawing/2014/main" id="{FFC39F29-EB0F-E9B7-95D2-1D9F5BD88B74}"/>
              </a:ext>
            </a:extLst>
          </p:cNvPr>
          <p:cNvSpPr txBox="1"/>
          <p:nvPr/>
        </p:nvSpPr>
        <p:spPr>
          <a:xfrm>
            <a:off x="987136" y="3282806"/>
            <a:ext cx="4114801" cy="292388"/>
          </a:xfrm>
          <a:prstGeom prst="rect">
            <a:avLst/>
          </a:prstGeom>
          <a:noFill/>
        </p:spPr>
        <p:txBody>
          <a:bodyPr wrap="square">
            <a:spAutoFit/>
          </a:bodyPr>
          <a:lstStyle/>
          <a:p>
            <a:r>
              <a:rPr lang="en-US" sz="1300" b="1" dirty="0">
                <a:solidFill>
                  <a:schemeClr val="bg1"/>
                </a:solidFill>
              </a:rPr>
              <a:t>Pilot Programs &amp; Public Consultation</a:t>
            </a:r>
          </a:p>
        </p:txBody>
      </p:sp>
      <p:sp>
        <p:nvSpPr>
          <p:cNvPr id="26" name="TextBox 25">
            <a:extLst>
              <a:ext uri="{FF2B5EF4-FFF2-40B4-BE49-F238E27FC236}">
                <a16:creationId xmlns:a16="http://schemas.microsoft.com/office/drawing/2014/main" id="{0F2F9060-6B2A-2D3D-B54C-0732CD6E22CA}"/>
              </a:ext>
            </a:extLst>
          </p:cNvPr>
          <p:cNvSpPr txBox="1"/>
          <p:nvPr/>
        </p:nvSpPr>
        <p:spPr>
          <a:xfrm>
            <a:off x="5113869" y="3282806"/>
            <a:ext cx="1976196" cy="323165"/>
          </a:xfrm>
          <a:prstGeom prst="rect">
            <a:avLst/>
          </a:prstGeom>
          <a:noFill/>
        </p:spPr>
        <p:txBody>
          <a:bodyPr wrap="square">
            <a:spAutoFit/>
          </a:bodyPr>
          <a:lstStyle/>
          <a:p>
            <a:r>
              <a:rPr lang="en-US" sz="1500" b="1" dirty="0">
                <a:solidFill>
                  <a:schemeClr val="bg1"/>
                </a:solidFill>
              </a:rPr>
              <a:t>Regulatory Guidance</a:t>
            </a:r>
          </a:p>
        </p:txBody>
      </p:sp>
      <p:sp>
        <p:nvSpPr>
          <p:cNvPr id="28" name="TextBox 27">
            <a:extLst>
              <a:ext uri="{FF2B5EF4-FFF2-40B4-BE49-F238E27FC236}">
                <a16:creationId xmlns:a16="http://schemas.microsoft.com/office/drawing/2014/main" id="{50B4D53B-2F69-9F6B-A580-903C8CAA7FD8}"/>
              </a:ext>
            </a:extLst>
          </p:cNvPr>
          <p:cNvSpPr txBox="1"/>
          <p:nvPr/>
        </p:nvSpPr>
        <p:spPr>
          <a:xfrm>
            <a:off x="8839200" y="3252029"/>
            <a:ext cx="2514600" cy="323165"/>
          </a:xfrm>
          <a:prstGeom prst="rect">
            <a:avLst/>
          </a:prstGeom>
          <a:noFill/>
        </p:spPr>
        <p:txBody>
          <a:bodyPr wrap="square">
            <a:spAutoFit/>
          </a:bodyPr>
          <a:lstStyle/>
          <a:p>
            <a:r>
              <a:rPr lang="en-US" sz="1500" b="1" dirty="0">
                <a:solidFill>
                  <a:schemeClr val="bg1"/>
                </a:solidFill>
              </a:rPr>
              <a:t>Gradual Enforcement</a:t>
            </a:r>
          </a:p>
        </p:txBody>
      </p:sp>
      <p:sp>
        <p:nvSpPr>
          <p:cNvPr id="32" name="TextBox 31">
            <a:extLst>
              <a:ext uri="{FF2B5EF4-FFF2-40B4-BE49-F238E27FC236}">
                <a16:creationId xmlns:a16="http://schemas.microsoft.com/office/drawing/2014/main" id="{1AA93F99-326F-2B65-15D6-CFA9418FAEBA}"/>
              </a:ext>
            </a:extLst>
          </p:cNvPr>
          <p:cNvSpPr txBox="1"/>
          <p:nvPr/>
        </p:nvSpPr>
        <p:spPr>
          <a:xfrm>
            <a:off x="988676" y="3881694"/>
            <a:ext cx="2592724" cy="923330"/>
          </a:xfrm>
          <a:prstGeom prst="rect">
            <a:avLst/>
          </a:prstGeom>
          <a:noFill/>
        </p:spPr>
        <p:txBody>
          <a:bodyPr wrap="square">
            <a:spAutoFit/>
          </a:bodyPr>
          <a:lstStyle/>
          <a:p>
            <a:pPr>
              <a:buFont typeface="Arial" panose="020B0604020202020204" pitchFamily="34" charset="0"/>
              <a:buChar char="•"/>
            </a:pPr>
            <a:r>
              <a:rPr lang="en-US" dirty="0"/>
              <a:t>Test the policy and gather stakeholder feedback.</a:t>
            </a:r>
          </a:p>
        </p:txBody>
      </p:sp>
      <p:sp>
        <p:nvSpPr>
          <p:cNvPr id="34" name="TextBox 33">
            <a:extLst>
              <a:ext uri="{FF2B5EF4-FFF2-40B4-BE49-F238E27FC236}">
                <a16:creationId xmlns:a16="http://schemas.microsoft.com/office/drawing/2014/main" id="{91381103-FE7D-8BEB-96E2-580D19E53F0E}"/>
              </a:ext>
            </a:extLst>
          </p:cNvPr>
          <p:cNvSpPr txBox="1"/>
          <p:nvPr/>
        </p:nvSpPr>
        <p:spPr>
          <a:xfrm>
            <a:off x="4799638" y="3881694"/>
            <a:ext cx="2592724" cy="923330"/>
          </a:xfrm>
          <a:prstGeom prst="rect">
            <a:avLst/>
          </a:prstGeom>
          <a:noFill/>
        </p:spPr>
        <p:txBody>
          <a:bodyPr wrap="square">
            <a:spAutoFit/>
          </a:bodyPr>
          <a:lstStyle/>
          <a:p>
            <a:pPr>
              <a:buFont typeface="Arial" panose="020B0604020202020204" pitchFamily="34" charset="0"/>
              <a:buChar char="•"/>
            </a:pPr>
            <a:r>
              <a:rPr lang="en-US" dirty="0"/>
              <a:t>Provide clear compliance standards for companies.</a:t>
            </a:r>
          </a:p>
        </p:txBody>
      </p:sp>
      <p:sp>
        <p:nvSpPr>
          <p:cNvPr id="36" name="TextBox 35">
            <a:extLst>
              <a:ext uri="{FF2B5EF4-FFF2-40B4-BE49-F238E27FC236}">
                <a16:creationId xmlns:a16="http://schemas.microsoft.com/office/drawing/2014/main" id="{317D4D3E-1CCF-6331-1E7E-C4A1A649A7CF}"/>
              </a:ext>
            </a:extLst>
          </p:cNvPr>
          <p:cNvSpPr txBox="1"/>
          <p:nvPr/>
        </p:nvSpPr>
        <p:spPr>
          <a:xfrm>
            <a:off x="8610600" y="3881694"/>
            <a:ext cx="2427239" cy="923330"/>
          </a:xfrm>
          <a:prstGeom prst="rect">
            <a:avLst/>
          </a:prstGeom>
          <a:noFill/>
        </p:spPr>
        <p:txBody>
          <a:bodyPr wrap="square">
            <a:spAutoFit/>
          </a:bodyPr>
          <a:lstStyle/>
          <a:p>
            <a:pPr>
              <a:buFont typeface="Arial" panose="020B0604020202020204" pitchFamily="34" charset="0"/>
              <a:buChar char="•"/>
            </a:pPr>
            <a:r>
              <a:rPr lang="en-US" dirty="0"/>
              <a:t>Allow organizations time to adapt systems responsibly</a:t>
            </a:r>
          </a:p>
        </p:txBody>
      </p:sp>
    </p:spTree>
    <p:extLst>
      <p:ext uri="{BB962C8B-B14F-4D97-AF65-F5344CB8AC3E}">
        <p14:creationId xmlns:p14="http://schemas.microsoft.com/office/powerpoint/2010/main" val="2121178069"/>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7260771" y="3363686"/>
            <a:ext cx="2144774" cy="785819"/>
          </a:xfrm>
        </p:spPr>
        <p:txBody>
          <a:bodyPr>
            <a:noAutofit/>
          </a:bodyPr>
          <a:lstStyle/>
          <a:p>
            <a:r>
              <a:rPr lang="en-US" sz="3600" dirty="0"/>
              <a:t>Summary</a:t>
            </a:r>
          </a:p>
        </p:txBody>
      </p:sp>
      <p:sp>
        <p:nvSpPr>
          <p:cNvPr id="12" name="TextBox 11">
            <a:extLst>
              <a:ext uri="{FF2B5EF4-FFF2-40B4-BE49-F238E27FC236}">
                <a16:creationId xmlns:a16="http://schemas.microsoft.com/office/drawing/2014/main" id="{53BC8B3E-3475-6B73-5178-D0D9A4CF383C}"/>
              </a:ext>
            </a:extLst>
          </p:cNvPr>
          <p:cNvSpPr txBox="1"/>
          <p:nvPr/>
        </p:nvSpPr>
        <p:spPr>
          <a:xfrm>
            <a:off x="614807" y="1097321"/>
            <a:ext cx="4980890" cy="4401205"/>
          </a:xfrm>
          <a:prstGeom prst="rect">
            <a:avLst/>
          </a:prstGeom>
          <a:noFill/>
        </p:spPr>
        <p:txBody>
          <a:bodyPr wrap="square">
            <a:spAutoFit/>
          </a:bodyPr>
          <a:lstStyle/>
          <a:p>
            <a:pPr>
              <a:buNone/>
            </a:pPr>
            <a:r>
              <a:rPr lang="en-US" sz="2800" dirty="0"/>
              <a:t>The Glass Substrate Protocol strengthens online privacy and safety by making digital systems transparent rather than opaque. As internet technology continues to evolve, user trust must be protected through accountability, visibility, and informed consent (Warren, 2025).</a:t>
            </a:r>
          </a:p>
        </p:txBody>
      </p:sp>
    </p:spTree>
    <p:extLst>
      <p:ext uri="{BB962C8B-B14F-4D97-AF65-F5344CB8AC3E}">
        <p14:creationId xmlns:p14="http://schemas.microsoft.com/office/powerpoint/2010/main" val="920173932"/>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813953BA-5A83-742C-63A6-A708A2E28733}"/>
              </a:ext>
            </a:extLst>
          </p:cNvPr>
          <p:cNvSpPr txBox="1"/>
          <p:nvPr/>
        </p:nvSpPr>
        <p:spPr>
          <a:xfrm>
            <a:off x="4038600" y="993676"/>
            <a:ext cx="6099848" cy="4168962"/>
          </a:xfrm>
          <a:prstGeom prst="rect">
            <a:avLst/>
          </a:prstGeom>
          <a:noFill/>
        </p:spPr>
        <p:txBody>
          <a:bodyPr wrap="square">
            <a:spAutoFit/>
          </a:bodyPr>
          <a:lstStyle/>
          <a:p>
            <a:pPr>
              <a:buNone/>
            </a:pPr>
            <a:endParaRPr lang="en-US" b="1" dirty="0"/>
          </a:p>
          <a:p>
            <a:pPr>
              <a:buNone/>
            </a:pPr>
            <a:br>
              <a:rPr lang="en-US" dirty="0"/>
            </a:br>
            <a:r>
              <a:rPr lang="en-US" dirty="0"/>
              <a:t>- Angwin, J. (2015). Own a Vizio Smart TV? It’s Watching You.</a:t>
            </a:r>
          </a:p>
          <a:p>
            <a:pPr>
              <a:lnSpc>
                <a:spcPct val="200000"/>
              </a:lnSpc>
              <a:buNone/>
            </a:pPr>
            <a:r>
              <a:rPr lang="en-US" dirty="0"/>
              <a:t>- Federal Trade Commission. (2023). Data Privacy and Security.</a:t>
            </a:r>
          </a:p>
          <a:p>
            <a:pPr>
              <a:lnSpc>
                <a:spcPct val="200000"/>
              </a:lnSpc>
              <a:buNone/>
            </a:pPr>
            <a:r>
              <a:rPr lang="en-US" dirty="0"/>
              <a:t>- Pew Research Center. (2024). Public Views on Data Privacy.</a:t>
            </a:r>
          </a:p>
          <a:p>
            <a:pPr>
              <a:lnSpc>
                <a:spcPct val="200000"/>
              </a:lnSpc>
              <a:buNone/>
            </a:pPr>
            <a:r>
              <a:rPr lang="en-US" dirty="0"/>
              <a:t>OECD. (2023). Digital Security Risk Management.</a:t>
            </a:r>
          </a:p>
          <a:p>
            <a:pPr>
              <a:lnSpc>
                <a:spcPct val="200000"/>
              </a:lnSpc>
              <a:buNone/>
            </a:pPr>
            <a:r>
              <a:rPr lang="en-US" dirty="0"/>
              <a:t>- Warren, S. (2025). The Glass Substrate Protocol. Unpublished policy framework.</a:t>
            </a:r>
          </a:p>
        </p:txBody>
      </p:sp>
      <p:sp>
        <p:nvSpPr>
          <p:cNvPr id="17" name="TextBox 16">
            <a:extLst>
              <a:ext uri="{FF2B5EF4-FFF2-40B4-BE49-F238E27FC236}">
                <a16:creationId xmlns:a16="http://schemas.microsoft.com/office/drawing/2014/main" id="{3FECEC4C-9C76-0B6A-056A-DB7903EC0EE3}"/>
              </a:ext>
            </a:extLst>
          </p:cNvPr>
          <p:cNvSpPr txBox="1"/>
          <p:nvPr/>
        </p:nvSpPr>
        <p:spPr>
          <a:xfrm>
            <a:off x="838200" y="608955"/>
            <a:ext cx="3454015" cy="769441"/>
          </a:xfrm>
          <a:prstGeom prst="rect">
            <a:avLst/>
          </a:prstGeom>
          <a:noFill/>
        </p:spPr>
        <p:txBody>
          <a:bodyPr wrap="square">
            <a:spAutoFit/>
          </a:bodyPr>
          <a:lstStyle/>
          <a:p>
            <a:r>
              <a:rPr lang="en-US" sz="4400" b="1" dirty="0">
                <a:solidFill>
                  <a:schemeClr val="accent1"/>
                </a:solidFill>
              </a:rPr>
              <a:t>References</a:t>
            </a:r>
            <a:endParaRPr lang="en-US" sz="4400" dirty="0">
              <a:solidFill>
                <a:schemeClr val="accent1"/>
              </a:solidFill>
            </a:endParaRPr>
          </a:p>
        </p:txBody>
      </p:sp>
      <p:pic>
        <p:nvPicPr>
          <p:cNvPr id="20" name="Picture 19">
            <a:extLst>
              <a:ext uri="{FF2B5EF4-FFF2-40B4-BE49-F238E27FC236}">
                <a16:creationId xmlns:a16="http://schemas.microsoft.com/office/drawing/2014/main" id="{180D76BD-4648-C316-5C45-F881AFE563A9}"/>
              </a:ext>
            </a:extLst>
          </p:cNvPr>
          <p:cNvPicPr>
            <a:picLocks noChangeAspect="1"/>
          </p:cNvPicPr>
          <p:nvPr/>
        </p:nvPicPr>
        <p:blipFill>
          <a:blip r:embed="rId2"/>
          <a:stretch>
            <a:fillRect/>
          </a:stretch>
        </p:blipFill>
        <p:spPr>
          <a:xfrm>
            <a:off x="10484306" y="5162425"/>
            <a:ext cx="1398367" cy="1398367"/>
          </a:xfrm>
          <a:prstGeom prst="rect">
            <a:avLst/>
          </a:prstGeom>
        </p:spPr>
      </p:pic>
    </p:spTree>
    <p:extLst>
      <p:ext uri="{BB962C8B-B14F-4D97-AF65-F5344CB8AC3E}">
        <p14:creationId xmlns:p14="http://schemas.microsoft.com/office/powerpoint/2010/main" val="4256323045"/>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F84C8A3-BFE6-44FA-B04F-1AE7E2151B3D}"/>
              </a:ext>
            </a:extLst>
          </p:cNvPr>
          <p:cNvSpPr>
            <a:spLocks noGrp="1"/>
          </p:cNvSpPr>
          <p:nvPr>
            <p:ph type="body" sz="quarter" idx="15"/>
          </p:nvPr>
        </p:nvSpPr>
        <p:spPr>
          <a:xfrm>
            <a:off x="3904624" y="2723838"/>
            <a:ext cx="2310968" cy="470424"/>
          </a:xfrm>
        </p:spPr>
        <p:txBody>
          <a:bodyPr>
            <a:normAutofit/>
          </a:bodyPr>
          <a:lstStyle/>
          <a:p>
            <a:r>
              <a:rPr lang="en-US" sz="1500"/>
              <a:t>Sierra Warren</a:t>
            </a:r>
            <a:endParaRPr lang="en-US" sz="1500" dirty="0"/>
          </a:p>
        </p:txBody>
      </p:sp>
      <p:sp>
        <p:nvSpPr>
          <p:cNvPr id="6" name="Text Placeholder 5">
            <a:extLst>
              <a:ext uri="{FF2B5EF4-FFF2-40B4-BE49-F238E27FC236}">
                <a16:creationId xmlns:a16="http://schemas.microsoft.com/office/drawing/2014/main" id="{ED21F17E-3711-4948-8F8C-9D77E89C60B5}"/>
              </a:ext>
            </a:extLst>
          </p:cNvPr>
          <p:cNvSpPr>
            <a:spLocks noGrp="1"/>
          </p:cNvSpPr>
          <p:nvPr>
            <p:ph type="body" sz="quarter" idx="24"/>
          </p:nvPr>
        </p:nvSpPr>
        <p:spPr>
          <a:xfrm>
            <a:off x="3292440" y="3724818"/>
            <a:ext cx="3116813" cy="720437"/>
          </a:xfrm>
        </p:spPr>
        <p:txBody>
          <a:bodyPr>
            <a:noAutofit/>
          </a:bodyPr>
          <a:lstStyle/>
          <a:p>
            <a:r>
              <a:rPr lang="en-US" sz="1500"/>
              <a:t>University of Arkansas at Grantham</a:t>
            </a:r>
          </a:p>
          <a:p>
            <a:endParaRPr lang="en-US" sz="1500" dirty="0"/>
          </a:p>
        </p:txBody>
      </p:sp>
      <p:sp>
        <p:nvSpPr>
          <p:cNvPr id="8" name="Text Placeholder 7">
            <a:extLst>
              <a:ext uri="{FF2B5EF4-FFF2-40B4-BE49-F238E27FC236}">
                <a16:creationId xmlns:a16="http://schemas.microsoft.com/office/drawing/2014/main" id="{EF903324-E706-4B0F-AAA4-EE70028E865B}"/>
              </a:ext>
            </a:extLst>
          </p:cNvPr>
          <p:cNvSpPr>
            <a:spLocks noGrp="1"/>
          </p:cNvSpPr>
          <p:nvPr>
            <p:ph type="body" sz="quarter" idx="26"/>
          </p:nvPr>
        </p:nvSpPr>
        <p:spPr>
          <a:xfrm>
            <a:off x="3663956" y="4188012"/>
            <a:ext cx="2310968" cy="720437"/>
          </a:xfrm>
        </p:spPr>
        <p:txBody>
          <a:bodyPr>
            <a:normAutofit/>
          </a:bodyPr>
          <a:lstStyle/>
          <a:p>
            <a:r>
              <a:rPr lang="en-US" sz="1500"/>
              <a:t>Professor Rashida Bell </a:t>
            </a:r>
          </a:p>
          <a:p>
            <a:endParaRPr lang="en-US" sz="1500" dirty="0"/>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body" sz="quarter" idx="29"/>
          </p:nvPr>
        </p:nvSpPr>
        <p:spPr>
          <a:xfrm>
            <a:off x="3423288" y="3261624"/>
            <a:ext cx="2792304" cy="463194"/>
          </a:xfrm>
        </p:spPr>
        <p:txBody>
          <a:bodyPr>
            <a:noAutofit/>
          </a:bodyPr>
          <a:lstStyle/>
          <a:p>
            <a:r>
              <a:rPr lang="en-US" sz="1500"/>
              <a:t>SO351- Week 5 Assignment</a:t>
            </a:r>
            <a:endParaRPr lang="en-US" sz="1500" dirty="0"/>
          </a:p>
        </p:txBody>
      </p:sp>
      <p:sp>
        <p:nvSpPr>
          <p:cNvPr id="2" name="Title 1">
            <a:extLst>
              <a:ext uri="{FF2B5EF4-FFF2-40B4-BE49-F238E27FC236}">
                <a16:creationId xmlns:a16="http://schemas.microsoft.com/office/drawing/2014/main" id="{BCCAEE93-8585-46D4-A7EC-F184E317CB2E}"/>
              </a:ext>
            </a:extLst>
          </p:cNvPr>
          <p:cNvSpPr>
            <a:spLocks noGrp="1"/>
          </p:cNvSpPr>
          <p:nvPr>
            <p:ph type="title"/>
          </p:nvPr>
        </p:nvSpPr>
        <p:spPr>
          <a:xfrm>
            <a:off x="3231462" y="1287239"/>
            <a:ext cx="3907972" cy="555171"/>
          </a:xfrm>
        </p:spPr>
        <p:txBody>
          <a:bodyPr/>
          <a:lstStyle/>
          <a:p>
            <a:r>
              <a:rPr lang="en-US"/>
              <a:t>Thank you!</a:t>
            </a:r>
            <a:endParaRPr lang="en-US" dirty="0"/>
          </a:p>
        </p:txBody>
      </p:sp>
      <p:sp>
        <p:nvSpPr>
          <p:cNvPr id="20" name="TextBox 19">
            <a:extLst>
              <a:ext uri="{FF2B5EF4-FFF2-40B4-BE49-F238E27FC236}">
                <a16:creationId xmlns:a16="http://schemas.microsoft.com/office/drawing/2014/main" id="{62752FDD-72C7-058C-3EF9-309FF292E354}"/>
              </a:ext>
            </a:extLst>
          </p:cNvPr>
          <p:cNvSpPr txBox="1"/>
          <p:nvPr/>
        </p:nvSpPr>
        <p:spPr>
          <a:xfrm>
            <a:off x="5185448" y="2520372"/>
            <a:ext cx="1828800" cy="1828800"/>
          </a:xfrm>
          <a:prstGeom prst="rect">
            <a:avLst/>
          </a:prstGeom>
          <a:noFill/>
        </p:spPr>
        <p:txBody>
          <a:bodyPr wrap="square" rtlCol="0">
            <a:spAutoFit/>
          </a:bodyPr>
          <a:lstStyle/>
          <a:p>
            <a:pPr algn="l"/>
            <a:endParaRPr lang="en-US" dirty="0"/>
          </a:p>
        </p:txBody>
      </p:sp>
      <p:sp>
        <p:nvSpPr>
          <p:cNvPr id="21" name="TextBox 20">
            <a:extLst>
              <a:ext uri="{FF2B5EF4-FFF2-40B4-BE49-F238E27FC236}">
                <a16:creationId xmlns:a16="http://schemas.microsoft.com/office/drawing/2014/main" id="{80676041-F53D-EAF0-C4AC-36CFC4481042}"/>
              </a:ext>
            </a:extLst>
          </p:cNvPr>
          <p:cNvSpPr txBox="1"/>
          <p:nvPr/>
        </p:nvSpPr>
        <p:spPr>
          <a:xfrm>
            <a:off x="3904624" y="4732772"/>
            <a:ext cx="2030461" cy="369332"/>
          </a:xfrm>
          <a:prstGeom prst="rect">
            <a:avLst/>
          </a:prstGeom>
          <a:noFill/>
        </p:spPr>
        <p:txBody>
          <a:bodyPr wrap="square" rtlCol="0">
            <a:spAutoFit/>
          </a:bodyPr>
          <a:lstStyle/>
          <a:p>
            <a:pPr algn="l"/>
            <a:r>
              <a:rPr lang="en-US"/>
              <a:t>01-07-2026</a:t>
            </a:r>
            <a:endParaRPr lang="en-US" dirty="0"/>
          </a:p>
        </p:txBody>
      </p:sp>
    </p:spTree>
    <p:extLst>
      <p:ext uri="{BB962C8B-B14F-4D97-AF65-F5344CB8AC3E}">
        <p14:creationId xmlns:p14="http://schemas.microsoft.com/office/powerpoint/2010/main" val="2546836108"/>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sld>
</file>

<file path=ppt/theme/theme1.xml><?xml version="1.0" encoding="utf-8"?>
<a:theme xmlns:a="http://schemas.openxmlformats.org/drawingml/2006/main" name="Office Theme">
  <a:themeElements>
    <a:clrScheme name="Custom 174">
      <a:dk1>
        <a:srgbClr val="1E1E1E"/>
      </a:dk1>
      <a:lt1>
        <a:sysClr val="window" lastClr="FFFFFF"/>
      </a:lt1>
      <a:dk2>
        <a:srgbClr val="44546A"/>
      </a:dk2>
      <a:lt2>
        <a:srgbClr val="E7E6E6"/>
      </a:lt2>
      <a:accent1>
        <a:srgbClr val="81CC48"/>
      </a:accent1>
      <a:accent2>
        <a:srgbClr val="45BEAD"/>
      </a:accent2>
      <a:accent3>
        <a:srgbClr val="BFFF4B"/>
      </a:accent3>
      <a:accent4>
        <a:srgbClr val="B001FF"/>
      </a:accent4>
      <a:accent5>
        <a:srgbClr val="5B9BD5"/>
      </a:accent5>
      <a:accent6>
        <a:srgbClr val="70AD47"/>
      </a:accent6>
      <a:hlink>
        <a:srgbClr val="0563C1"/>
      </a:hlink>
      <a:folHlink>
        <a:srgbClr val="954F72"/>
      </a:folHlink>
    </a:clrScheme>
    <a:fontScheme name="Custom 60">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M Deck_tm12041065_Win32_LW_v2.potx" id="{50D3F641-2B59-4E25-9440-7A006AB5DE4F}" vid="{A6D17500-6421-4BD4-89D5-25B2E6BFFA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66E941-6182-4A32-B603-DDB09E5F0715}">
  <ds:schemaRefs>
    <ds:schemaRef ds:uri="http://schemas.microsoft.com/office/2006/metadata/properties"/>
    <ds:schemaRef ds:uri="http://www.w3.org/2000/xmlns/"/>
    <ds:schemaRef ds:uri="71af3243-3dd4-4a8d-8c0d-dd76da1f02a5"/>
    <ds:schemaRef ds:uri="http://schemas.microsoft.com/sharepoint/v3"/>
    <ds:schemaRef ds:uri="http://www.w3.org/2001/XMLSchema-instance"/>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83FFC980-8EEC-4CFC-96C7-CEB6F5CA8688}">
  <ds:schemaRefs>
    <ds:schemaRef ds:uri="http://schemas.microsoft.com/sharepoint/v3/contenttype/forms"/>
  </ds:schemaRefs>
</ds:datastoreItem>
</file>

<file path=customXml/itemProps3.xml><?xml version="1.0" encoding="utf-8"?>
<ds:datastoreItem xmlns:ds="http://schemas.openxmlformats.org/officeDocument/2006/customXml" ds:itemID="{01612839-5FA9-4715-8A7D-7F95D097B190}">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907</Words>
  <Application>Microsoft Office PowerPoint</Application>
  <PresentationFormat>Widescreen</PresentationFormat>
  <Paragraphs>320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Internet Policy Proposal  The Glass Substrate Protocol:   A Transparency-First Framework for Online Privacy and Safety </vt:lpstr>
      <vt:lpstr>The Glass Substrate Protocol is a proposed internet privacy and safety policy designed to increase transparency in how digital systems collect, process, and share user data. The policy focuses on making data practices visible and understandable to users rather than hidden behind complex privacy agreements (Warren, 2025).  </vt:lpstr>
      <vt:lpstr>Angwins’ Approach </vt:lpstr>
      <vt:lpstr>PowerPoint Presentation</vt:lpstr>
      <vt:lpstr>   Who Benefits? </vt:lpstr>
      <vt:lpstr>PowerPoint Presentation</vt:lpstr>
      <vt:lpstr>PowerPoint Presentation</vt:lpstr>
      <vt:lpstr>PowerPoint Presentation</vt:lpstr>
      <vt:lpstr>Summary</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Policy Proposal  The Glass Substrate Protocol:   A Transparency-First Framework for Online Privacy and Safety </dc:title>
  <dc:creator>Sierra Warren</dc:creator>
  <cp:lastModifiedBy>Sierra Warren</cp:lastModifiedBy>
  <cp:revision>2</cp:revision>
  <dcterms:created xsi:type="dcterms:W3CDTF">2026-01-07T17:26:59Z</dcterms:created>
  <dcterms:modified xsi:type="dcterms:W3CDTF">2026-01-07T18:51:22Z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679fa48e-05bc-4111-9aea-1fb027219b20_Enabled">
    <vt:lpwstr>true</vt:lpwstr>
  </property>
  <property fmtid="{D5CDD505-2E9C-101B-9397-08002B2CF9AE}" pid="4" name="MSIP_Label_679fa48e-05bc-4111-9aea-1fb027219b20_SetDate">
    <vt:lpwstr>2026-01-07T17:26:59Z</vt:lpwstr>
  </property>
  <property fmtid="{D5CDD505-2E9C-101B-9397-08002B2CF9AE}" pid="5" name="MSIP_Label_679fa48e-05bc-4111-9aea-1fb027219b20_Method">
    <vt:lpwstr>Standard</vt:lpwstr>
  </property>
  <property fmtid="{D5CDD505-2E9C-101B-9397-08002B2CF9AE}" pid="6" name="MSIP_Label_679fa48e-05bc-4111-9aea-1fb027219b20_Name">
    <vt:lpwstr>Nonsensitive</vt:lpwstr>
  </property>
  <property fmtid="{D5CDD505-2E9C-101B-9397-08002B2CF9AE}" pid="7" name="MSIP_Label_679fa48e-05bc-4111-9aea-1fb027219b20_SiteId">
    <vt:lpwstr>ac9a34a9-4a0b-4c01-be96-08439b795f8d</vt:lpwstr>
  </property>
  <property fmtid="{D5CDD505-2E9C-101B-9397-08002B2CF9AE}" pid="8" name="MSIP_Label_679fa48e-05bc-4111-9aea-1fb027219b20_ActionId">
    <vt:lpwstr>003b3d18-4b77-43ed-8c97-a5bcb727e5ec</vt:lpwstr>
  </property>
  <property fmtid="{D5CDD505-2E9C-101B-9397-08002B2CF9AE}" pid="9" name="MSIP_Label_679fa48e-05bc-4111-9aea-1fb027219b20_ContentBits">
    <vt:lpwstr>0</vt:lpwstr>
  </property>
  <property fmtid="{D5CDD505-2E9C-101B-9397-08002B2CF9AE}" pid="10" name="MSIP_Label_679fa48e-05bc-4111-9aea-1fb027219b20_Tag">
    <vt:lpwstr>60, 3, 0, 1</vt:lpwstr>
  </property>
</Properties>
</file>